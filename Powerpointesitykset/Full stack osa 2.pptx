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64" r:id="rId3"/>
    <p:sldId id="263" r:id="rId4"/>
    <p:sldId id="265" r:id="rId5"/>
    <p:sldId id="258" r:id="rId6"/>
    <p:sldId id="259" r:id="rId7"/>
    <p:sldId id="261" r:id="rId8"/>
    <p:sldId id="260" r:id="rId9"/>
    <p:sldId id="262" r:id="rId10"/>
    <p:sldId id="266" r:id="rId11"/>
    <p:sldId id="267" r:id="rId12"/>
    <p:sldId id="268" r:id="rId13"/>
    <p:sldId id="269" r:id="rId14"/>
    <p:sldId id="286" r:id="rId15"/>
    <p:sldId id="270" r:id="rId16"/>
    <p:sldId id="271" r:id="rId17"/>
    <p:sldId id="272" r:id="rId18"/>
    <p:sldId id="273" r:id="rId19"/>
    <p:sldId id="274" r:id="rId20"/>
    <p:sldId id="276" r:id="rId21"/>
    <p:sldId id="278" r:id="rId22"/>
    <p:sldId id="277" r:id="rId23"/>
    <p:sldId id="279" r:id="rId24"/>
    <p:sldId id="281" r:id="rId25"/>
    <p:sldId id="275" r:id="rId26"/>
    <p:sldId id="280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4588D4-798D-46EC-B180-6B8D37FEF377}" v="14" dt="2026-03-18T14:16:16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70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64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n Tähti" userId="93022ca6-48d3-45d5-93fd-11a630157718" providerId="ADAL" clId="{2EB14C7E-83AE-4578-A237-AFCB1C842C34}"/>
    <pc:docChg chg="undo custSel addSld delSld modSld sldOrd">
      <pc:chgData name="Linn Tähti" userId="93022ca6-48d3-45d5-93fd-11a630157718" providerId="ADAL" clId="{2EB14C7E-83AE-4578-A237-AFCB1C842C34}" dt="2026-04-01T11:08:03.351" v="13775" actId="478"/>
      <pc:docMkLst>
        <pc:docMk/>
      </pc:docMkLst>
      <pc:sldChg chg="addSp delSp modSp mod setBg addAnim delAnim modAnim">
        <pc:chgData name="Linn Tähti" userId="93022ca6-48d3-45d5-93fd-11a630157718" providerId="ADAL" clId="{2EB14C7E-83AE-4578-A237-AFCB1C842C34}" dt="2026-03-06T11:46:52.131" v="8027"/>
        <pc:sldMkLst>
          <pc:docMk/>
          <pc:sldMk cId="181882450" sldId="256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181882450" sldId="256"/>
            <ac:spMk id="2" creationId="{213FC0A4-60CE-BFB1-817F-2670261FC0EE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181882450" sldId="256"/>
            <ac:spMk id="3" creationId="{159CB9BB-519F-84C7-0A94-5EEEB98E3108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181882450" sldId="256"/>
            <ac:spMk id="4" creationId="{CF13ADFA-05A8-5BB0-E0E3-8405405233F8}"/>
          </ac:spMkLst>
        </pc:spChg>
      </pc:sldChg>
      <pc:sldChg chg="modSp">
        <pc:chgData name="Linn Tähti" userId="93022ca6-48d3-45d5-93fd-11a630157718" providerId="ADAL" clId="{2EB14C7E-83AE-4578-A237-AFCB1C842C34}" dt="2026-03-06T11:46:52.131" v="8027"/>
        <pc:sldMkLst>
          <pc:docMk/>
          <pc:sldMk cId="2417921428" sldId="258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417921428" sldId="258"/>
            <ac:spMk id="2" creationId="{5B589A62-6B0D-614A-13D9-0AAB5CF7A874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417921428" sldId="258"/>
            <ac:spMk id="3" creationId="{76E34592-546F-0AAD-AC13-E4483BE55C5F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417921428" sldId="258"/>
            <ac:spMk id="4" creationId="{01709407-8A6E-466E-9343-205BC4C31D58}"/>
          </ac:spMkLst>
        </pc:spChg>
      </pc:sldChg>
      <pc:sldChg chg="addSp delSp modSp delDesignElem">
        <pc:chgData name="Linn Tähti" userId="93022ca6-48d3-45d5-93fd-11a630157718" providerId="ADAL" clId="{2EB14C7E-83AE-4578-A237-AFCB1C842C34}" dt="2026-03-06T11:46:52.131" v="8027"/>
        <pc:sldMkLst>
          <pc:docMk/>
          <pc:sldMk cId="1076478239" sldId="259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1076478239" sldId="259"/>
            <ac:spMk id="4" creationId="{E9085C5D-45A5-070E-2842-E52F0414E3D0}"/>
          </ac:spMkLst>
        </pc:spChg>
        <pc:spChg chg="add del">
          <ac:chgData name="Linn Tähti" userId="93022ca6-48d3-45d5-93fd-11a630157718" providerId="ADAL" clId="{2EB14C7E-83AE-4578-A237-AFCB1C842C34}" dt="2026-03-06T11:46:52.131" v="8027"/>
          <ac:spMkLst>
            <pc:docMk/>
            <pc:sldMk cId="1076478239" sldId="259"/>
            <ac:spMk id="10" creationId="{C0763A76-9F1C-4FC5-82B7-DD475DA461B2}"/>
          </ac:spMkLst>
        </pc:spChg>
        <pc:spChg chg="add del">
          <ac:chgData name="Linn Tähti" userId="93022ca6-48d3-45d5-93fd-11a630157718" providerId="ADAL" clId="{2EB14C7E-83AE-4578-A237-AFCB1C842C34}" dt="2026-03-06T11:46:52.131" v="8027"/>
          <ac:spMkLst>
            <pc:docMk/>
            <pc:sldMk cId="1076478239" sldId="259"/>
            <ac:spMk id="12" creationId="{E81BF4F6-F2CF-4984-9D14-D6966D92F99F}"/>
          </ac:spMkLst>
        </pc:spChg>
      </pc:sldChg>
      <pc:sldChg chg="modSp mod">
        <pc:chgData name="Linn Tähti" userId="93022ca6-48d3-45d5-93fd-11a630157718" providerId="ADAL" clId="{2EB14C7E-83AE-4578-A237-AFCB1C842C34}" dt="2026-03-06T11:46:52.131" v="8027"/>
        <pc:sldMkLst>
          <pc:docMk/>
          <pc:sldMk cId="2847733158" sldId="260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847733158" sldId="260"/>
            <ac:spMk id="2" creationId="{3885438E-66FF-F8F1-E5BC-1DE4170CF60F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847733158" sldId="260"/>
            <ac:spMk id="3" creationId="{9300C3C1-EFD4-266E-70DE-1098E1893FBF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847733158" sldId="260"/>
            <ac:spMk id="4" creationId="{FBFBCB3A-6E30-2EB9-E476-E417FBD18EC3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847733158" sldId="260"/>
            <ac:spMk id="5" creationId="{B30615FD-AE29-0FDC-D9A8-FDD1AB4A094C}"/>
          </ac:spMkLst>
        </pc:spChg>
        <pc:picChg chg="mod">
          <ac:chgData name="Linn Tähti" userId="93022ca6-48d3-45d5-93fd-11a630157718" providerId="ADAL" clId="{2EB14C7E-83AE-4578-A237-AFCB1C842C34}" dt="2026-03-06T11:46:52.131" v="8027"/>
          <ac:picMkLst>
            <pc:docMk/>
            <pc:sldMk cId="2847733158" sldId="260"/>
            <ac:picMk id="8" creationId="{AA22E770-0372-40A4-2CD0-371DB4FFE1A9}"/>
          </ac:picMkLst>
        </pc:picChg>
        <pc:picChg chg="mod">
          <ac:chgData name="Linn Tähti" userId="93022ca6-48d3-45d5-93fd-11a630157718" providerId="ADAL" clId="{2EB14C7E-83AE-4578-A237-AFCB1C842C34}" dt="2026-03-06T11:46:52.131" v="8027"/>
          <ac:picMkLst>
            <pc:docMk/>
            <pc:sldMk cId="2847733158" sldId="260"/>
            <ac:picMk id="10" creationId="{C02A6E38-D696-B22E-F761-BC87A46D0410}"/>
          </ac:picMkLst>
        </pc:picChg>
      </pc:sldChg>
      <pc:sldChg chg="addSp delSp modSp mod delDesignElem">
        <pc:chgData name="Linn Tähti" userId="93022ca6-48d3-45d5-93fd-11a630157718" providerId="ADAL" clId="{2EB14C7E-83AE-4578-A237-AFCB1C842C34}" dt="2026-03-06T11:46:52.131" v="8027"/>
        <pc:sldMkLst>
          <pc:docMk/>
          <pc:sldMk cId="1685766164" sldId="261"/>
        </pc:sldMkLst>
        <pc:spChg chg="mod">
          <ac:chgData name="Linn Tähti" userId="93022ca6-48d3-45d5-93fd-11a630157718" providerId="ADAL" clId="{2EB14C7E-83AE-4578-A237-AFCB1C842C34}" dt="2026-03-05T12:34:01.580" v="4337" actId="1076"/>
          <ac:spMkLst>
            <pc:docMk/>
            <pc:sldMk cId="1685766164" sldId="261"/>
            <ac:spMk id="3" creationId="{EC7988BA-A76B-77F8-ED0B-D0D9B0DA13BB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1685766164" sldId="261"/>
            <ac:spMk id="9" creationId="{409402D9-B97E-7E45-6E7C-37D567B8F6A6}"/>
          </ac:spMkLst>
        </pc:spChg>
        <pc:spChg chg="add del">
          <ac:chgData name="Linn Tähti" userId="93022ca6-48d3-45d5-93fd-11a630157718" providerId="ADAL" clId="{2EB14C7E-83AE-4578-A237-AFCB1C842C34}" dt="2026-03-06T11:46:52.131" v="8027"/>
          <ac:spMkLst>
            <pc:docMk/>
            <pc:sldMk cId="1685766164" sldId="261"/>
            <ac:spMk id="12" creationId="{C0763A76-9F1C-4FC5-82B7-DD475DA461B2}"/>
          </ac:spMkLst>
        </pc:spChg>
        <pc:spChg chg="add del">
          <ac:chgData name="Linn Tähti" userId="93022ca6-48d3-45d5-93fd-11a630157718" providerId="ADAL" clId="{2EB14C7E-83AE-4578-A237-AFCB1C842C34}" dt="2026-03-06T11:46:52.131" v="8027"/>
          <ac:spMkLst>
            <pc:docMk/>
            <pc:sldMk cId="1685766164" sldId="261"/>
            <ac:spMk id="14" creationId="{E81BF4F6-F2CF-4984-9D14-D6966D92F99F}"/>
          </ac:spMkLst>
        </pc:spChg>
      </pc:sldChg>
      <pc:sldChg chg="addSp delSp modSp mod delDesignElem">
        <pc:chgData name="Linn Tähti" userId="93022ca6-48d3-45d5-93fd-11a630157718" providerId="ADAL" clId="{2EB14C7E-83AE-4578-A237-AFCB1C842C34}" dt="2026-03-06T11:46:52.131" v="8027"/>
        <pc:sldMkLst>
          <pc:docMk/>
          <pc:sldMk cId="3751690095" sldId="262"/>
        </pc:sldMkLst>
        <pc:spChg chg="mod">
          <ac:chgData name="Linn Tähti" userId="93022ca6-48d3-45d5-93fd-11a630157718" providerId="ADAL" clId="{2EB14C7E-83AE-4578-A237-AFCB1C842C34}" dt="2026-03-05T09:52:23.745" v="2023" actId="20577"/>
          <ac:spMkLst>
            <pc:docMk/>
            <pc:sldMk cId="3751690095" sldId="262"/>
            <ac:spMk id="3" creationId="{E37E45ED-0695-B3F2-314A-F856B18B80EC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751690095" sldId="262"/>
            <ac:spMk id="4" creationId="{35CD9118-C749-820A-C7F8-6A930FC4157F}"/>
          </ac:spMkLst>
        </pc:spChg>
        <pc:spChg chg="add del">
          <ac:chgData name="Linn Tähti" userId="93022ca6-48d3-45d5-93fd-11a630157718" providerId="ADAL" clId="{2EB14C7E-83AE-4578-A237-AFCB1C842C34}" dt="2026-03-06T11:46:52.131" v="8027"/>
          <ac:spMkLst>
            <pc:docMk/>
            <pc:sldMk cId="3751690095" sldId="262"/>
            <ac:spMk id="11" creationId="{9F7D5CDA-D291-4307-BF55-1381FED29634}"/>
          </ac:spMkLst>
        </pc:spChg>
      </pc:sldChg>
      <pc:sldChg chg="addSp delSp modSp new mod setBg">
        <pc:chgData name="Linn Tähti" userId="93022ca6-48d3-45d5-93fd-11a630157718" providerId="ADAL" clId="{2EB14C7E-83AE-4578-A237-AFCB1C842C34}" dt="2026-03-06T11:46:52.131" v="8027"/>
        <pc:sldMkLst>
          <pc:docMk/>
          <pc:sldMk cId="2025260214" sldId="263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025260214" sldId="263"/>
            <ac:spMk id="2" creationId="{16AA45F9-ECB2-466D-C14D-B299FBBA2700}"/>
          </ac:spMkLst>
        </pc:spChg>
        <pc:spChg chg="mod ord">
          <ac:chgData name="Linn Tähti" userId="93022ca6-48d3-45d5-93fd-11a630157718" providerId="ADAL" clId="{2EB14C7E-83AE-4578-A237-AFCB1C842C34}" dt="2026-03-06T11:46:52.131" v="8027"/>
          <ac:spMkLst>
            <pc:docMk/>
            <pc:sldMk cId="2025260214" sldId="263"/>
            <ac:spMk id="3" creationId="{7CB9D322-E89A-DF68-9E32-84AB20ABA9D4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025260214" sldId="263"/>
            <ac:spMk id="4" creationId="{5F5FC0DE-3865-1D8B-B690-EC937F911F87}"/>
          </ac:spMkLst>
        </pc:spChg>
      </pc:sldChg>
      <pc:sldChg chg="addSp delSp modSp add mod ord setBg">
        <pc:chgData name="Linn Tähti" userId="93022ca6-48d3-45d5-93fd-11a630157718" providerId="ADAL" clId="{2EB14C7E-83AE-4578-A237-AFCB1C842C34}" dt="2026-03-06T11:46:52.131" v="8027"/>
        <pc:sldMkLst>
          <pc:docMk/>
          <pc:sldMk cId="403124004" sldId="264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403124004" sldId="264"/>
            <ac:spMk id="2" creationId="{8172F278-B77B-3742-7C29-D858797622BE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403124004" sldId="264"/>
            <ac:spMk id="3" creationId="{08189AF1-C5CB-657A-7C24-2EE4FE904836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403124004" sldId="264"/>
            <ac:spMk id="4" creationId="{7E1FD3FB-3C0C-A0C5-6A6C-468E844AB40F}"/>
          </ac:spMkLst>
        </pc:spChg>
      </pc:sldChg>
      <pc:sldChg chg="addSp modSp new mod">
        <pc:chgData name="Linn Tähti" userId="93022ca6-48d3-45d5-93fd-11a630157718" providerId="ADAL" clId="{2EB14C7E-83AE-4578-A237-AFCB1C842C34}" dt="2026-03-06T11:46:52.131" v="8027"/>
        <pc:sldMkLst>
          <pc:docMk/>
          <pc:sldMk cId="3694444479" sldId="265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694444479" sldId="265"/>
            <ac:spMk id="2" creationId="{D1631539-25A3-44BC-332D-A654263DE39E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694444479" sldId="265"/>
            <ac:spMk id="3" creationId="{5B255BD7-EB3A-2064-6DA6-6EEC4F287626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694444479" sldId="265"/>
            <ac:spMk id="4" creationId="{8B5B5447-7018-8FC7-F39F-874EB0DF6444}"/>
          </ac:spMkLst>
        </pc:spChg>
        <pc:picChg chg="add mod">
          <ac:chgData name="Linn Tähti" userId="93022ca6-48d3-45d5-93fd-11a630157718" providerId="ADAL" clId="{2EB14C7E-83AE-4578-A237-AFCB1C842C34}" dt="2026-03-05T10:39:44.137" v="2042" actId="1076"/>
          <ac:picMkLst>
            <pc:docMk/>
            <pc:sldMk cId="3694444479" sldId="265"/>
            <ac:picMk id="6" creationId="{46A69D90-7C0F-5A7D-5FF8-17F7C597DF29}"/>
          </ac:picMkLst>
        </pc:picChg>
        <pc:picChg chg="add mod">
          <ac:chgData name="Linn Tähti" userId="93022ca6-48d3-45d5-93fd-11a630157718" providerId="ADAL" clId="{2EB14C7E-83AE-4578-A237-AFCB1C842C34}" dt="2026-03-05T10:43:25.187" v="2292" actId="14100"/>
          <ac:picMkLst>
            <pc:docMk/>
            <pc:sldMk cId="3694444479" sldId="265"/>
            <ac:picMk id="8" creationId="{57F6DC44-7691-3286-024E-12B11413EB6E}"/>
          </ac:picMkLst>
        </pc:picChg>
      </pc:sldChg>
      <pc:sldChg chg="addSp delSp modSp new mod modClrScheme chgLayout">
        <pc:chgData name="Linn Tähti" userId="93022ca6-48d3-45d5-93fd-11a630157718" providerId="ADAL" clId="{2EB14C7E-83AE-4578-A237-AFCB1C842C34}" dt="2026-03-06T11:46:52.131" v="8027"/>
        <pc:sldMkLst>
          <pc:docMk/>
          <pc:sldMk cId="335650625" sldId="266"/>
        </pc:sldMkLst>
        <pc:spChg chg="mod ord">
          <ac:chgData name="Linn Tähti" userId="93022ca6-48d3-45d5-93fd-11a630157718" providerId="ADAL" clId="{2EB14C7E-83AE-4578-A237-AFCB1C842C34}" dt="2026-03-06T11:46:52.131" v="8027"/>
          <ac:spMkLst>
            <pc:docMk/>
            <pc:sldMk cId="335650625" sldId="266"/>
            <ac:spMk id="4" creationId="{81E66A19-2A6C-4B9A-B47A-57ED9F1561BE}"/>
          </ac:spMkLst>
        </pc:spChg>
        <pc:spChg chg="add mod ord">
          <ac:chgData name="Linn Tähti" userId="93022ca6-48d3-45d5-93fd-11a630157718" providerId="ADAL" clId="{2EB14C7E-83AE-4578-A237-AFCB1C842C34}" dt="2026-03-06T11:46:52.131" v="8027"/>
          <ac:spMkLst>
            <pc:docMk/>
            <pc:sldMk cId="335650625" sldId="266"/>
            <ac:spMk id="7" creationId="{A0D9B085-D334-F0F7-A81F-A9AEC20716BC}"/>
          </ac:spMkLst>
        </pc:spChg>
        <pc:spChg chg="add mod ord">
          <ac:chgData name="Linn Tähti" userId="93022ca6-48d3-45d5-93fd-11a630157718" providerId="ADAL" clId="{2EB14C7E-83AE-4578-A237-AFCB1C842C34}" dt="2026-03-06T11:46:52.131" v="8027"/>
          <ac:spMkLst>
            <pc:docMk/>
            <pc:sldMk cId="335650625" sldId="266"/>
            <ac:spMk id="8" creationId="{283CD99F-0701-017E-4428-163FCDD25A0D}"/>
          </ac:spMkLst>
        </pc:spChg>
      </pc:sldChg>
      <pc:sldChg chg="addSp delSp modSp new mod setBg modClrScheme chgLayout">
        <pc:chgData name="Linn Tähti" userId="93022ca6-48d3-45d5-93fd-11a630157718" providerId="ADAL" clId="{2EB14C7E-83AE-4578-A237-AFCB1C842C34}" dt="2026-03-06T11:46:52.131" v="8027"/>
        <pc:sldMkLst>
          <pc:docMk/>
          <pc:sldMk cId="2243112015" sldId="267"/>
        </pc:sldMkLst>
        <pc:spChg chg="mod ord">
          <ac:chgData name="Linn Tähti" userId="93022ca6-48d3-45d5-93fd-11a630157718" providerId="ADAL" clId="{2EB14C7E-83AE-4578-A237-AFCB1C842C34}" dt="2026-03-06T11:46:52.131" v="8027"/>
          <ac:spMkLst>
            <pc:docMk/>
            <pc:sldMk cId="2243112015" sldId="267"/>
            <ac:spMk id="4" creationId="{D7EFE152-FAD7-0376-373B-6E72E32E0F02}"/>
          </ac:spMkLst>
        </pc:spChg>
        <pc:spChg chg="add mod ord">
          <ac:chgData name="Linn Tähti" userId="93022ca6-48d3-45d5-93fd-11a630157718" providerId="ADAL" clId="{2EB14C7E-83AE-4578-A237-AFCB1C842C34}" dt="2026-03-06T11:46:52.131" v="8027"/>
          <ac:spMkLst>
            <pc:docMk/>
            <pc:sldMk cId="2243112015" sldId="267"/>
            <ac:spMk id="5" creationId="{FF22C2CE-52AD-D941-2B5C-A776BBC3C212}"/>
          </ac:spMkLst>
        </pc:spChg>
        <pc:spChg chg="add del mod ord">
          <ac:chgData name="Linn Tähti" userId="93022ca6-48d3-45d5-93fd-11a630157718" providerId="ADAL" clId="{2EB14C7E-83AE-4578-A237-AFCB1C842C34}" dt="2026-03-06T11:46:52.131" v="8027"/>
          <ac:spMkLst>
            <pc:docMk/>
            <pc:sldMk cId="2243112015" sldId="267"/>
            <ac:spMk id="6" creationId="{6EE62C04-95D2-C2D0-E627-60605C5A9522}"/>
          </ac:spMkLst>
        </pc:spChg>
        <pc:picChg chg="add mod">
          <ac:chgData name="Linn Tähti" userId="93022ca6-48d3-45d5-93fd-11a630157718" providerId="ADAL" clId="{2EB14C7E-83AE-4578-A237-AFCB1C842C34}" dt="2026-03-05T12:13:38.266" v="2857" actId="1076"/>
          <ac:picMkLst>
            <pc:docMk/>
            <pc:sldMk cId="2243112015" sldId="267"/>
            <ac:picMk id="9" creationId="{CB5D67B6-5AB2-E60B-9A2E-8EA5768BC807}"/>
          </ac:picMkLst>
        </pc:picChg>
      </pc:sldChg>
      <pc:sldChg chg="addSp delSp modSp new mod modClrScheme chgLayout">
        <pc:chgData name="Linn Tähti" userId="93022ca6-48d3-45d5-93fd-11a630157718" providerId="ADAL" clId="{2EB14C7E-83AE-4578-A237-AFCB1C842C34}" dt="2026-03-06T11:46:52.131" v="8027"/>
        <pc:sldMkLst>
          <pc:docMk/>
          <pc:sldMk cId="3946152022" sldId="268"/>
        </pc:sldMkLst>
        <pc:spChg chg="mod ord">
          <ac:chgData name="Linn Tähti" userId="93022ca6-48d3-45d5-93fd-11a630157718" providerId="ADAL" clId="{2EB14C7E-83AE-4578-A237-AFCB1C842C34}" dt="2026-03-06T11:46:52.131" v="8027"/>
          <ac:spMkLst>
            <pc:docMk/>
            <pc:sldMk cId="3946152022" sldId="268"/>
            <ac:spMk id="4" creationId="{E783719F-55EB-8252-CEF9-9355F7F5F8B6}"/>
          </ac:spMkLst>
        </pc:spChg>
        <pc:spChg chg="add mod ord">
          <ac:chgData name="Linn Tähti" userId="93022ca6-48d3-45d5-93fd-11a630157718" providerId="ADAL" clId="{2EB14C7E-83AE-4578-A237-AFCB1C842C34}" dt="2026-03-06T11:46:52.131" v="8027"/>
          <ac:spMkLst>
            <pc:docMk/>
            <pc:sldMk cId="3946152022" sldId="268"/>
            <ac:spMk id="5" creationId="{7471EB09-F923-A783-DAE8-BBECFC12757B}"/>
          </ac:spMkLst>
        </pc:spChg>
        <pc:spChg chg="add mod ord">
          <ac:chgData name="Linn Tähti" userId="93022ca6-48d3-45d5-93fd-11a630157718" providerId="ADAL" clId="{2EB14C7E-83AE-4578-A237-AFCB1C842C34}" dt="2026-03-06T11:46:52.131" v="8027"/>
          <ac:spMkLst>
            <pc:docMk/>
            <pc:sldMk cId="3946152022" sldId="268"/>
            <ac:spMk id="6" creationId="{C6F3CB29-A1CF-8E15-6065-539C795DC0EF}"/>
          </ac:spMkLst>
        </pc:spChg>
        <pc:picChg chg="add mod">
          <ac:chgData name="Linn Tähti" userId="93022ca6-48d3-45d5-93fd-11a630157718" providerId="ADAL" clId="{2EB14C7E-83AE-4578-A237-AFCB1C842C34}" dt="2026-03-05T12:21:04.660" v="3304" actId="14100"/>
          <ac:picMkLst>
            <pc:docMk/>
            <pc:sldMk cId="3946152022" sldId="268"/>
            <ac:picMk id="11" creationId="{C93E9359-850E-0C3F-C65F-57EE4DE5E42B}"/>
          </ac:picMkLst>
        </pc:picChg>
      </pc:sldChg>
      <pc:sldChg chg="addSp delSp modSp new mod">
        <pc:chgData name="Linn Tähti" userId="93022ca6-48d3-45d5-93fd-11a630157718" providerId="ADAL" clId="{2EB14C7E-83AE-4578-A237-AFCB1C842C34}" dt="2026-03-06T11:46:52.131" v="8027"/>
        <pc:sldMkLst>
          <pc:docMk/>
          <pc:sldMk cId="3379057696" sldId="269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379057696" sldId="269"/>
            <ac:spMk id="2" creationId="{7B83482F-7587-CADF-534F-13EE812D6C0A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379057696" sldId="269"/>
            <ac:spMk id="3" creationId="{0E039F7E-BBCC-DC26-D9F2-97F6E26613BD}"/>
          </ac:spMkLst>
        </pc:spChg>
        <pc:spChg chg="mod">
          <ac:chgData name="Linn Tähti" userId="93022ca6-48d3-45d5-93fd-11a630157718" providerId="ADAL" clId="{2EB14C7E-83AE-4578-A237-AFCB1C842C34}" dt="2026-03-05T12:28:41.402" v="4015" actId="1076"/>
          <ac:spMkLst>
            <pc:docMk/>
            <pc:sldMk cId="3379057696" sldId="269"/>
            <ac:spMk id="5" creationId="{71E6F143-0B29-8B97-4799-3E6DEF529528}"/>
          </ac:spMkLst>
        </pc:spChg>
        <pc:picChg chg="add mod">
          <ac:chgData name="Linn Tähti" userId="93022ca6-48d3-45d5-93fd-11a630157718" providerId="ADAL" clId="{2EB14C7E-83AE-4578-A237-AFCB1C842C34}" dt="2026-03-05T12:28:34.921" v="4014" actId="14100"/>
          <ac:picMkLst>
            <pc:docMk/>
            <pc:sldMk cId="3379057696" sldId="269"/>
            <ac:picMk id="7" creationId="{14177DB4-1F1B-8FD8-D3E8-AF26B277F73F}"/>
          </ac:picMkLst>
        </pc:picChg>
        <pc:cxnChg chg="add mod">
          <ac:chgData name="Linn Tähti" userId="93022ca6-48d3-45d5-93fd-11a630157718" providerId="ADAL" clId="{2EB14C7E-83AE-4578-A237-AFCB1C842C34}" dt="2026-03-05T12:31:46.334" v="4325" actId="14100"/>
          <ac:cxnSpMkLst>
            <pc:docMk/>
            <pc:sldMk cId="3379057696" sldId="269"/>
            <ac:cxnSpMk id="9" creationId="{4706D726-8666-5C1F-26EF-A60E93604F69}"/>
          </ac:cxnSpMkLst>
        </pc:cxnChg>
        <pc:cxnChg chg="add mod">
          <ac:chgData name="Linn Tähti" userId="93022ca6-48d3-45d5-93fd-11a630157718" providerId="ADAL" clId="{2EB14C7E-83AE-4578-A237-AFCB1C842C34}" dt="2026-03-05T12:32:07.474" v="4330" actId="14100"/>
          <ac:cxnSpMkLst>
            <pc:docMk/>
            <pc:sldMk cId="3379057696" sldId="269"/>
            <ac:cxnSpMk id="11" creationId="{EE11F099-A895-0452-34FF-05DC0DA8BEE3}"/>
          </ac:cxnSpMkLst>
        </pc:cxnChg>
        <pc:cxnChg chg="add mod">
          <ac:chgData name="Linn Tähti" userId="93022ca6-48d3-45d5-93fd-11a630157718" providerId="ADAL" clId="{2EB14C7E-83AE-4578-A237-AFCB1C842C34}" dt="2026-03-05T12:32:19.966" v="4333" actId="14100"/>
          <ac:cxnSpMkLst>
            <pc:docMk/>
            <pc:sldMk cId="3379057696" sldId="269"/>
            <ac:cxnSpMk id="15" creationId="{B94835A7-FFCF-8956-9108-87E961A07FAA}"/>
          </ac:cxnSpMkLst>
        </pc:cxnChg>
        <pc:cxnChg chg="add mod">
          <ac:chgData name="Linn Tähti" userId="93022ca6-48d3-45d5-93fd-11a630157718" providerId="ADAL" clId="{2EB14C7E-83AE-4578-A237-AFCB1C842C34}" dt="2026-03-05T12:32:30.444" v="4336" actId="14100"/>
          <ac:cxnSpMkLst>
            <pc:docMk/>
            <pc:sldMk cId="3379057696" sldId="269"/>
            <ac:cxnSpMk id="17" creationId="{118194C3-E596-A950-6A3B-1379C29789D0}"/>
          </ac:cxnSpMkLst>
        </pc:cxnChg>
      </pc:sldChg>
      <pc:sldChg chg="modSp new mod">
        <pc:chgData name="Linn Tähti" userId="93022ca6-48d3-45d5-93fd-11a630157718" providerId="ADAL" clId="{2EB14C7E-83AE-4578-A237-AFCB1C842C34}" dt="2026-03-06T11:46:52.131" v="8027"/>
        <pc:sldMkLst>
          <pc:docMk/>
          <pc:sldMk cId="2971287018" sldId="270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971287018" sldId="270"/>
            <ac:spMk id="2" creationId="{E6BADF7A-606C-7C04-BC14-71C6E5664722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971287018" sldId="270"/>
            <ac:spMk id="3" creationId="{08F91D10-38C3-9823-BC88-4B265E8E351A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971287018" sldId="270"/>
            <ac:spMk id="4" creationId="{C8397421-D3C4-E0BD-EA1B-8FEAF2196BC3}"/>
          </ac:spMkLst>
        </pc:spChg>
      </pc:sldChg>
      <pc:sldChg chg="addSp delSp modSp new mod">
        <pc:chgData name="Linn Tähti" userId="93022ca6-48d3-45d5-93fd-11a630157718" providerId="ADAL" clId="{2EB14C7E-83AE-4578-A237-AFCB1C842C34}" dt="2026-03-06T11:46:52.131" v="8027"/>
        <pc:sldMkLst>
          <pc:docMk/>
          <pc:sldMk cId="3110758723" sldId="271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110758723" sldId="271"/>
            <ac:spMk id="2" creationId="{AE1C9135-99B7-F6A1-3449-C73A7D0310F1}"/>
          </ac:spMkLst>
        </pc:spChg>
        <pc:spChg chg="add del mod">
          <ac:chgData name="Linn Tähti" userId="93022ca6-48d3-45d5-93fd-11a630157718" providerId="ADAL" clId="{2EB14C7E-83AE-4578-A237-AFCB1C842C34}" dt="2026-03-06T11:46:52.131" v="8027"/>
          <ac:spMkLst>
            <pc:docMk/>
            <pc:sldMk cId="3110758723" sldId="271"/>
            <ac:spMk id="3" creationId="{30A9CACA-96EC-9152-E1E3-3C4BF6CC2A5C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110758723" sldId="271"/>
            <ac:spMk id="4" creationId="{4B4A19EC-1506-7B27-B1A0-8BFEDC200A44}"/>
          </ac:spMkLst>
        </pc:spChg>
      </pc:sldChg>
      <pc:sldChg chg="addSp delSp modSp new mod">
        <pc:chgData name="Linn Tähti" userId="93022ca6-48d3-45d5-93fd-11a630157718" providerId="ADAL" clId="{2EB14C7E-83AE-4578-A237-AFCB1C842C34}" dt="2026-03-06T11:46:52.131" v="8027"/>
        <pc:sldMkLst>
          <pc:docMk/>
          <pc:sldMk cId="645353845" sldId="272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645353845" sldId="272"/>
            <ac:spMk id="2" creationId="{66B63B33-4A8F-C77E-D2F0-9DF34B65F76E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645353845" sldId="272"/>
            <ac:spMk id="3" creationId="{0608B913-6A02-3050-CBAF-64105A1DA622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645353845" sldId="272"/>
            <ac:spMk id="5" creationId="{3E69241F-2442-56F6-ED07-883754C4CAFE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645353845" sldId="272"/>
            <ac:spMk id="7" creationId="{FD8BCC10-EE33-C502-F8B4-C32C7B477BDE}"/>
          </ac:spMkLst>
        </pc:spChg>
        <pc:picChg chg="add mod ord">
          <ac:chgData name="Linn Tähti" userId="93022ca6-48d3-45d5-93fd-11a630157718" providerId="ADAL" clId="{2EB14C7E-83AE-4578-A237-AFCB1C842C34}" dt="2026-03-06T11:01:40.849" v="5086" actId="1076"/>
          <ac:picMkLst>
            <pc:docMk/>
            <pc:sldMk cId="645353845" sldId="272"/>
            <ac:picMk id="9" creationId="{CEEF97BE-DEB5-7BB4-23CB-F8A99921C10C}"/>
          </ac:picMkLst>
        </pc:picChg>
        <pc:picChg chg="add mod ord">
          <ac:chgData name="Linn Tähti" userId="93022ca6-48d3-45d5-93fd-11a630157718" providerId="ADAL" clId="{2EB14C7E-83AE-4578-A237-AFCB1C842C34}" dt="2026-03-06T11:02:41.681" v="5092" actId="1076"/>
          <ac:picMkLst>
            <pc:docMk/>
            <pc:sldMk cId="645353845" sldId="272"/>
            <ac:picMk id="11" creationId="{9C58D656-17F7-6D12-8E8F-76F68275DB88}"/>
          </ac:picMkLst>
        </pc:picChg>
      </pc:sldChg>
      <pc:sldChg chg="addSp delSp modSp new mod setBg modClrScheme chgLayout">
        <pc:chgData name="Linn Tähti" userId="93022ca6-48d3-45d5-93fd-11a630157718" providerId="ADAL" clId="{2EB14C7E-83AE-4578-A237-AFCB1C842C34}" dt="2026-03-06T11:46:52.131" v="8027"/>
        <pc:sldMkLst>
          <pc:docMk/>
          <pc:sldMk cId="3796364512" sldId="273"/>
        </pc:sldMkLst>
        <pc:spChg chg="mod ord">
          <ac:chgData name="Linn Tähti" userId="93022ca6-48d3-45d5-93fd-11a630157718" providerId="ADAL" clId="{2EB14C7E-83AE-4578-A237-AFCB1C842C34}" dt="2026-03-06T11:46:52.131" v="8027"/>
          <ac:spMkLst>
            <pc:docMk/>
            <pc:sldMk cId="3796364512" sldId="273"/>
            <ac:spMk id="2" creationId="{9D890B43-B8E0-DF3A-1409-6AC9CC38CC84}"/>
          </ac:spMkLst>
        </pc:spChg>
        <pc:spChg chg="mod ord">
          <ac:chgData name="Linn Tähti" userId="93022ca6-48d3-45d5-93fd-11a630157718" providerId="ADAL" clId="{2EB14C7E-83AE-4578-A237-AFCB1C842C34}" dt="2026-03-06T11:46:52.131" v="8027"/>
          <ac:spMkLst>
            <pc:docMk/>
            <pc:sldMk cId="3796364512" sldId="273"/>
            <ac:spMk id="7" creationId="{DE0AE91E-6D48-E4A8-F5FF-4C23A89400FB}"/>
          </ac:spMkLst>
        </pc:spChg>
        <pc:spChg chg="add mod ord">
          <ac:chgData name="Linn Tähti" userId="93022ca6-48d3-45d5-93fd-11a630157718" providerId="ADAL" clId="{2EB14C7E-83AE-4578-A237-AFCB1C842C34}" dt="2026-03-06T11:46:52.131" v="8027"/>
          <ac:spMkLst>
            <pc:docMk/>
            <pc:sldMk cId="3796364512" sldId="273"/>
            <ac:spMk id="8" creationId="{A63F3C77-95D5-F61E-9048-B0D18413BCCE}"/>
          </ac:spMkLst>
        </pc:spChg>
        <pc:picChg chg="add mod ord">
          <ac:chgData name="Linn Tähti" userId="93022ca6-48d3-45d5-93fd-11a630157718" providerId="ADAL" clId="{2EB14C7E-83AE-4578-A237-AFCB1C842C34}" dt="2026-03-06T11:15:53.013" v="5808" actId="26606"/>
          <ac:picMkLst>
            <pc:docMk/>
            <pc:sldMk cId="3796364512" sldId="273"/>
            <ac:picMk id="11" creationId="{942710D4-F560-9916-82C8-5807510DC620}"/>
          </ac:picMkLst>
        </pc:picChg>
        <pc:picChg chg="add mod">
          <ac:chgData name="Linn Tähti" userId="93022ca6-48d3-45d5-93fd-11a630157718" providerId="ADAL" clId="{2EB14C7E-83AE-4578-A237-AFCB1C842C34}" dt="2026-03-06T11:15:53.013" v="5808" actId="26606"/>
          <ac:picMkLst>
            <pc:docMk/>
            <pc:sldMk cId="3796364512" sldId="273"/>
            <ac:picMk id="13" creationId="{4954B3DD-8879-32A7-4C7A-43F379E355A1}"/>
          </ac:picMkLst>
        </pc:picChg>
      </pc:sldChg>
      <pc:sldChg chg="addSp delSp modSp new mod setBg modClrScheme chgLayout">
        <pc:chgData name="Linn Tähti" userId="93022ca6-48d3-45d5-93fd-11a630157718" providerId="ADAL" clId="{2EB14C7E-83AE-4578-A237-AFCB1C842C34}" dt="2026-03-06T11:47:48.854" v="8038" actId="20577"/>
        <pc:sldMkLst>
          <pc:docMk/>
          <pc:sldMk cId="2414337664" sldId="274"/>
        </pc:sldMkLst>
        <pc:spChg chg="mod ord">
          <ac:chgData name="Linn Tähti" userId="93022ca6-48d3-45d5-93fd-11a630157718" providerId="ADAL" clId="{2EB14C7E-83AE-4578-A237-AFCB1C842C34}" dt="2026-03-06T11:46:52.131" v="8027"/>
          <ac:spMkLst>
            <pc:docMk/>
            <pc:sldMk cId="2414337664" sldId="274"/>
            <ac:spMk id="5" creationId="{122E5928-8D6E-BE1B-0590-F0525F67829A}"/>
          </ac:spMkLst>
        </pc:spChg>
        <pc:spChg chg="add mod ord">
          <ac:chgData name="Linn Tähti" userId="93022ca6-48d3-45d5-93fd-11a630157718" providerId="ADAL" clId="{2EB14C7E-83AE-4578-A237-AFCB1C842C34}" dt="2026-03-06T11:47:48.854" v="8038" actId="20577"/>
          <ac:spMkLst>
            <pc:docMk/>
            <pc:sldMk cId="2414337664" sldId="274"/>
            <ac:spMk id="6" creationId="{01405912-4EE7-04C0-94B9-59832D90035D}"/>
          </ac:spMkLst>
        </pc:spChg>
        <pc:spChg chg="add mod ord">
          <ac:chgData name="Linn Tähti" userId="93022ca6-48d3-45d5-93fd-11a630157718" providerId="ADAL" clId="{2EB14C7E-83AE-4578-A237-AFCB1C842C34}" dt="2026-03-06T11:46:52.131" v="8027"/>
          <ac:spMkLst>
            <pc:docMk/>
            <pc:sldMk cId="2414337664" sldId="274"/>
            <ac:spMk id="7" creationId="{485C489F-0B0F-F430-8915-D2F47F6D434D}"/>
          </ac:spMkLst>
        </pc:spChg>
      </pc:sldChg>
      <pc:sldChg chg="addSp delSp modSp new mod">
        <pc:chgData name="Linn Tähti" userId="93022ca6-48d3-45d5-93fd-11a630157718" providerId="ADAL" clId="{2EB14C7E-83AE-4578-A237-AFCB1C842C34}" dt="2026-03-06T11:46:52.131" v="8027"/>
        <pc:sldMkLst>
          <pc:docMk/>
          <pc:sldMk cId="2655072669" sldId="275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655072669" sldId="275"/>
            <ac:spMk id="2" creationId="{EEB36E79-7F31-DA05-F9C5-A9D445673DC4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655072669" sldId="275"/>
            <ac:spMk id="4" creationId="{1486E054-4A92-2D23-E7D5-E386B24FB7EE}"/>
          </ac:spMkLst>
        </pc:spChg>
        <pc:picChg chg="add mod">
          <ac:chgData name="Linn Tähti" userId="93022ca6-48d3-45d5-93fd-11a630157718" providerId="ADAL" clId="{2EB14C7E-83AE-4578-A237-AFCB1C842C34}" dt="2026-03-06T11:46:52.131" v="8027"/>
          <ac:picMkLst>
            <pc:docMk/>
            <pc:sldMk cId="2655072669" sldId="275"/>
            <ac:picMk id="1026" creationId="{62EBEA3B-FF45-5231-954F-90166AE69412}"/>
          </ac:picMkLst>
        </pc:picChg>
      </pc:sldChg>
      <pc:sldChg chg="modSp new mod">
        <pc:chgData name="Linn Tähti" userId="93022ca6-48d3-45d5-93fd-11a630157718" providerId="ADAL" clId="{2EB14C7E-83AE-4578-A237-AFCB1C842C34}" dt="2026-03-06T11:46:52.131" v="8027"/>
        <pc:sldMkLst>
          <pc:docMk/>
          <pc:sldMk cId="2987943621" sldId="276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987943621" sldId="276"/>
            <ac:spMk id="2" creationId="{0F2C2180-6EA6-0B4E-5B36-793EA2637CBB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987943621" sldId="276"/>
            <ac:spMk id="3" creationId="{8C4A3435-0117-E805-F12F-8DCA82FB6818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2987943621" sldId="276"/>
            <ac:spMk id="4" creationId="{78B1BA05-6CE3-ADAD-7666-DD4E852C355C}"/>
          </ac:spMkLst>
        </pc:spChg>
      </pc:sldChg>
      <pc:sldChg chg="modSp new mod">
        <pc:chgData name="Linn Tähti" userId="93022ca6-48d3-45d5-93fd-11a630157718" providerId="ADAL" clId="{2EB14C7E-83AE-4578-A237-AFCB1C842C34}" dt="2026-03-06T11:46:52.131" v="8027"/>
        <pc:sldMkLst>
          <pc:docMk/>
          <pc:sldMk cId="883981947" sldId="277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883981947" sldId="277"/>
            <ac:spMk id="2" creationId="{659B2367-79E5-3B32-917A-58AB94760D57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883981947" sldId="277"/>
            <ac:spMk id="3" creationId="{F7B75C31-BBD9-37A9-85AE-6CF68D41E7EA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883981947" sldId="277"/>
            <ac:spMk id="4" creationId="{51F03415-C89E-118A-49B2-ED1EDC2C2F33}"/>
          </ac:spMkLst>
        </pc:spChg>
      </pc:sldChg>
      <pc:sldChg chg="modSp new mod">
        <pc:chgData name="Linn Tähti" userId="93022ca6-48d3-45d5-93fd-11a630157718" providerId="ADAL" clId="{2EB14C7E-83AE-4578-A237-AFCB1C842C34}" dt="2026-03-06T11:46:52.131" v="8027"/>
        <pc:sldMkLst>
          <pc:docMk/>
          <pc:sldMk cId="3407128059" sldId="278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407128059" sldId="278"/>
            <ac:spMk id="2" creationId="{116DA120-8DE2-91B7-76FD-14F9A767C0AA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407128059" sldId="278"/>
            <ac:spMk id="3" creationId="{D8636AEC-BBF1-4881-0E3E-E3AE5C096FB2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3407128059" sldId="278"/>
            <ac:spMk id="4" creationId="{CEA71E64-EEFC-20C6-F22D-77EDB6249CA4}"/>
          </ac:spMkLst>
        </pc:spChg>
      </pc:sldChg>
      <pc:sldChg chg="modSp new mod ord">
        <pc:chgData name="Linn Tähti" userId="93022ca6-48d3-45d5-93fd-11a630157718" providerId="ADAL" clId="{2EB14C7E-83AE-4578-A237-AFCB1C842C34}" dt="2026-03-06T11:46:52.131" v="8027"/>
        <pc:sldMkLst>
          <pc:docMk/>
          <pc:sldMk cId="552721567" sldId="279"/>
        </pc:sldMkLst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552721567" sldId="279"/>
            <ac:spMk id="2" creationId="{49347F41-7F92-E052-622F-4209634F417C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552721567" sldId="279"/>
            <ac:spMk id="3" creationId="{8923D5DC-B8B0-19A7-E763-B1F74D229C73}"/>
          </ac:spMkLst>
        </pc:spChg>
        <pc:spChg chg="mod">
          <ac:chgData name="Linn Tähti" userId="93022ca6-48d3-45d5-93fd-11a630157718" providerId="ADAL" clId="{2EB14C7E-83AE-4578-A237-AFCB1C842C34}" dt="2026-03-06T11:46:52.131" v="8027"/>
          <ac:spMkLst>
            <pc:docMk/>
            <pc:sldMk cId="552721567" sldId="279"/>
            <ac:spMk id="4" creationId="{2BE3900D-1CD0-8C90-4B35-8852DABBA19B}"/>
          </ac:spMkLst>
        </pc:spChg>
      </pc:sldChg>
      <pc:sldChg chg="addSp delSp modSp new mod modClrScheme chgLayout">
        <pc:chgData name="Linn Tähti" userId="93022ca6-48d3-45d5-93fd-11a630157718" providerId="ADAL" clId="{2EB14C7E-83AE-4578-A237-AFCB1C842C34}" dt="2026-03-06T13:28:45.004" v="8487" actId="20577"/>
        <pc:sldMkLst>
          <pc:docMk/>
          <pc:sldMk cId="1387338900" sldId="280"/>
        </pc:sldMkLst>
        <pc:spChg chg="mod ord">
          <ac:chgData name="Linn Tähti" userId="93022ca6-48d3-45d5-93fd-11a630157718" providerId="ADAL" clId="{2EB14C7E-83AE-4578-A237-AFCB1C842C34}" dt="2026-03-06T13:25:44.578" v="8244" actId="700"/>
          <ac:spMkLst>
            <pc:docMk/>
            <pc:sldMk cId="1387338900" sldId="280"/>
            <ac:spMk id="2" creationId="{B9F05088-7F94-C43D-F1BB-DE6520D0D45A}"/>
          </ac:spMkLst>
        </pc:spChg>
        <pc:spChg chg="mod ord">
          <ac:chgData name="Linn Tähti" userId="93022ca6-48d3-45d5-93fd-11a630157718" providerId="ADAL" clId="{2EB14C7E-83AE-4578-A237-AFCB1C842C34}" dt="2026-03-06T13:28:45.004" v="8487" actId="20577"/>
          <ac:spMkLst>
            <pc:docMk/>
            <pc:sldMk cId="1387338900" sldId="280"/>
            <ac:spMk id="3" creationId="{F73227BF-7197-853E-72D4-DAE1B634F43C}"/>
          </ac:spMkLst>
        </pc:spChg>
        <pc:spChg chg="mod ord">
          <ac:chgData name="Linn Tähti" userId="93022ca6-48d3-45d5-93fd-11a630157718" providerId="ADAL" clId="{2EB14C7E-83AE-4578-A237-AFCB1C842C34}" dt="2026-03-06T13:25:44.578" v="8244" actId="700"/>
          <ac:spMkLst>
            <pc:docMk/>
            <pc:sldMk cId="1387338900" sldId="280"/>
            <ac:spMk id="4" creationId="{FE323295-4AB2-6AA4-D3C7-5D7B302D7BDA}"/>
          </ac:spMkLst>
        </pc:spChg>
        <pc:picChg chg="add mod ord">
          <ac:chgData name="Linn Tähti" userId="93022ca6-48d3-45d5-93fd-11a630157718" providerId="ADAL" clId="{2EB14C7E-83AE-4578-A237-AFCB1C842C34}" dt="2026-03-06T13:26:11.113" v="8252" actId="1076"/>
          <ac:picMkLst>
            <pc:docMk/>
            <pc:sldMk cId="1387338900" sldId="280"/>
            <ac:picMk id="7" creationId="{BF6BD3C4-3458-1BB7-E58F-2E07C0DDA4AC}"/>
          </ac:picMkLst>
        </pc:picChg>
      </pc:sldChg>
      <pc:sldChg chg="modSp new mod ord">
        <pc:chgData name="Linn Tähti" userId="93022ca6-48d3-45d5-93fd-11a630157718" providerId="ADAL" clId="{2EB14C7E-83AE-4578-A237-AFCB1C842C34}" dt="2026-03-06T11:48:03.757" v="8072" actId="20577"/>
        <pc:sldMkLst>
          <pc:docMk/>
          <pc:sldMk cId="210038835" sldId="281"/>
        </pc:sldMkLst>
        <pc:spChg chg="mod">
          <ac:chgData name="Linn Tähti" userId="93022ca6-48d3-45d5-93fd-11a630157718" providerId="ADAL" clId="{2EB14C7E-83AE-4578-A237-AFCB1C842C34}" dt="2026-03-06T11:48:03.757" v="8072" actId="20577"/>
          <ac:spMkLst>
            <pc:docMk/>
            <pc:sldMk cId="210038835" sldId="281"/>
            <ac:spMk id="2" creationId="{AF477C84-9297-6E4C-6CD8-6825F477F34C}"/>
          </ac:spMkLst>
        </pc:spChg>
      </pc:sldChg>
      <pc:sldChg chg="delSp modSp new mod modClrScheme chgLayout">
        <pc:chgData name="Linn Tähti" userId="93022ca6-48d3-45d5-93fd-11a630157718" providerId="ADAL" clId="{2EB14C7E-83AE-4578-A237-AFCB1C842C34}" dt="2026-03-06T13:30:50.873" v="8787" actId="700"/>
        <pc:sldMkLst>
          <pc:docMk/>
          <pc:sldMk cId="1455401068" sldId="282"/>
        </pc:sldMkLst>
        <pc:spChg chg="mod ord">
          <ac:chgData name="Linn Tähti" userId="93022ca6-48d3-45d5-93fd-11a630157718" providerId="ADAL" clId="{2EB14C7E-83AE-4578-A237-AFCB1C842C34}" dt="2026-03-06T13:30:50.873" v="8787" actId="700"/>
          <ac:spMkLst>
            <pc:docMk/>
            <pc:sldMk cId="1455401068" sldId="282"/>
            <ac:spMk id="2" creationId="{0D51F0EE-EC57-40EB-F47B-94EDB25E8D3C}"/>
          </ac:spMkLst>
        </pc:spChg>
        <pc:spChg chg="mod ord">
          <ac:chgData name="Linn Tähti" userId="93022ca6-48d3-45d5-93fd-11a630157718" providerId="ADAL" clId="{2EB14C7E-83AE-4578-A237-AFCB1C842C34}" dt="2026-03-06T13:30:50.873" v="8787" actId="700"/>
          <ac:spMkLst>
            <pc:docMk/>
            <pc:sldMk cId="1455401068" sldId="282"/>
            <ac:spMk id="3" creationId="{6A9C784E-00CB-74C5-5A32-5F366CB04C6C}"/>
          </ac:spMkLst>
        </pc:spChg>
        <pc:spChg chg="mod ord">
          <ac:chgData name="Linn Tähti" userId="93022ca6-48d3-45d5-93fd-11a630157718" providerId="ADAL" clId="{2EB14C7E-83AE-4578-A237-AFCB1C842C34}" dt="2026-03-06T13:30:50.873" v="8787" actId="700"/>
          <ac:spMkLst>
            <pc:docMk/>
            <pc:sldMk cId="1455401068" sldId="282"/>
            <ac:spMk id="5" creationId="{C441A7E8-E53D-41EB-BAF3-103B1C8EE06B}"/>
          </ac:spMkLst>
        </pc:spChg>
      </pc:sldChg>
      <pc:sldChg chg="addSp delSp modSp new mod">
        <pc:chgData name="Linn Tähti" userId="93022ca6-48d3-45d5-93fd-11a630157718" providerId="ADAL" clId="{2EB14C7E-83AE-4578-A237-AFCB1C842C34}" dt="2026-03-12T08:56:01.792" v="9559" actId="20577"/>
        <pc:sldMkLst>
          <pc:docMk/>
          <pc:sldMk cId="2949270373" sldId="283"/>
        </pc:sldMkLst>
        <pc:spChg chg="mod">
          <ac:chgData name="Linn Tähti" userId="93022ca6-48d3-45d5-93fd-11a630157718" providerId="ADAL" clId="{2EB14C7E-83AE-4578-A237-AFCB1C842C34}" dt="2026-03-06T13:30:57.606" v="8809" actId="20577"/>
          <ac:spMkLst>
            <pc:docMk/>
            <pc:sldMk cId="2949270373" sldId="283"/>
            <ac:spMk id="2" creationId="{68A9E968-C419-C162-9811-E4FFD91AB86F}"/>
          </ac:spMkLst>
        </pc:spChg>
        <pc:spChg chg="mod">
          <ac:chgData name="Linn Tähti" userId="93022ca6-48d3-45d5-93fd-11a630157718" providerId="ADAL" clId="{2EB14C7E-83AE-4578-A237-AFCB1C842C34}" dt="2026-03-12T08:56:01.792" v="9559" actId="20577"/>
          <ac:spMkLst>
            <pc:docMk/>
            <pc:sldMk cId="2949270373" sldId="283"/>
            <ac:spMk id="3" creationId="{B472471A-D4E9-4CF9-13A1-208A8BEFF894}"/>
          </ac:spMkLst>
        </pc:spChg>
        <pc:picChg chg="add mod ord">
          <ac:chgData name="Linn Tähti" userId="93022ca6-48d3-45d5-93fd-11a630157718" providerId="ADAL" clId="{2EB14C7E-83AE-4578-A237-AFCB1C842C34}" dt="2026-03-06T13:36:03.731" v="9422" actId="1076"/>
          <ac:picMkLst>
            <pc:docMk/>
            <pc:sldMk cId="2949270373" sldId="283"/>
            <ac:picMk id="7" creationId="{5E4B7D6D-4E1A-8407-A784-DC577BE86473}"/>
          </ac:picMkLst>
        </pc:picChg>
      </pc:sldChg>
      <pc:sldChg chg="delSp modSp new mod modClrScheme chgLayout">
        <pc:chgData name="Linn Tähti" userId="93022ca6-48d3-45d5-93fd-11a630157718" providerId="ADAL" clId="{2EB14C7E-83AE-4578-A237-AFCB1C842C34}" dt="2026-03-16T07:19:32.436" v="10089" actId="20577"/>
        <pc:sldMkLst>
          <pc:docMk/>
          <pc:sldMk cId="1564091579" sldId="284"/>
        </pc:sldMkLst>
        <pc:spChg chg="mod ord">
          <ac:chgData name="Linn Tähti" userId="93022ca6-48d3-45d5-93fd-11a630157718" providerId="ADAL" clId="{2EB14C7E-83AE-4578-A237-AFCB1C842C34}" dt="2026-03-16T07:17:43.874" v="9817" actId="700"/>
          <ac:spMkLst>
            <pc:docMk/>
            <pc:sldMk cId="1564091579" sldId="284"/>
            <ac:spMk id="2" creationId="{BA5E3DA0-A8C2-C921-1177-80811EEDB8E0}"/>
          </ac:spMkLst>
        </pc:spChg>
        <pc:spChg chg="mod ord">
          <ac:chgData name="Linn Tähti" userId="93022ca6-48d3-45d5-93fd-11a630157718" providerId="ADAL" clId="{2EB14C7E-83AE-4578-A237-AFCB1C842C34}" dt="2026-03-16T07:19:32.436" v="10089" actId="20577"/>
          <ac:spMkLst>
            <pc:docMk/>
            <pc:sldMk cId="1564091579" sldId="284"/>
            <ac:spMk id="3" creationId="{EDBE8ADB-2388-A15F-E1BC-9ECD64F2E360}"/>
          </ac:spMkLst>
        </pc:spChg>
        <pc:spChg chg="mod ord">
          <ac:chgData name="Linn Tähti" userId="93022ca6-48d3-45d5-93fd-11a630157718" providerId="ADAL" clId="{2EB14C7E-83AE-4578-A237-AFCB1C842C34}" dt="2026-03-16T07:17:43.874" v="9817" actId="700"/>
          <ac:spMkLst>
            <pc:docMk/>
            <pc:sldMk cId="1564091579" sldId="284"/>
            <ac:spMk id="5" creationId="{0684C343-A38B-317B-7C33-663ADDA09830}"/>
          </ac:spMkLst>
        </pc:spChg>
      </pc:sldChg>
      <pc:sldChg chg="addSp delSp modSp new mod">
        <pc:chgData name="Linn Tähti" userId="93022ca6-48d3-45d5-93fd-11a630157718" providerId="ADAL" clId="{2EB14C7E-83AE-4578-A237-AFCB1C842C34}" dt="2026-03-16T07:28:03.722" v="10682" actId="20577"/>
        <pc:sldMkLst>
          <pc:docMk/>
          <pc:sldMk cId="3911435405" sldId="285"/>
        </pc:sldMkLst>
        <pc:spChg chg="mod">
          <ac:chgData name="Linn Tähti" userId="93022ca6-48d3-45d5-93fd-11a630157718" providerId="ADAL" clId="{2EB14C7E-83AE-4578-A237-AFCB1C842C34}" dt="2026-03-16T07:19:46.306" v="10099" actId="20577"/>
          <ac:spMkLst>
            <pc:docMk/>
            <pc:sldMk cId="3911435405" sldId="285"/>
            <ac:spMk id="2" creationId="{3BA7902A-73A6-6CAA-7F16-D6935B61E640}"/>
          </ac:spMkLst>
        </pc:spChg>
        <pc:spChg chg="mod">
          <ac:chgData name="Linn Tähti" userId="93022ca6-48d3-45d5-93fd-11a630157718" providerId="ADAL" clId="{2EB14C7E-83AE-4578-A237-AFCB1C842C34}" dt="2026-03-16T07:28:03.722" v="10682" actId="20577"/>
          <ac:spMkLst>
            <pc:docMk/>
            <pc:sldMk cId="3911435405" sldId="285"/>
            <ac:spMk id="3" creationId="{00B91E91-C058-064E-C0F3-6112CC5AC4B0}"/>
          </ac:spMkLst>
        </pc:spChg>
        <pc:spChg chg="add mod">
          <ac:chgData name="Linn Tähti" userId="93022ca6-48d3-45d5-93fd-11a630157718" providerId="ADAL" clId="{2EB14C7E-83AE-4578-A237-AFCB1C842C34}" dt="2026-03-16T07:27:02.857" v="10545" actId="1076"/>
          <ac:spMkLst>
            <pc:docMk/>
            <pc:sldMk cId="3911435405" sldId="285"/>
            <ac:spMk id="26" creationId="{CB969265-9A43-ABF8-DA4E-113AAE119F55}"/>
          </ac:spMkLst>
        </pc:spChg>
        <pc:spChg chg="add mod">
          <ac:chgData name="Linn Tähti" userId="93022ca6-48d3-45d5-93fd-11a630157718" providerId="ADAL" clId="{2EB14C7E-83AE-4578-A237-AFCB1C842C34}" dt="2026-03-16T07:27:20.551" v="10583" actId="20577"/>
          <ac:spMkLst>
            <pc:docMk/>
            <pc:sldMk cId="3911435405" sldId="285"/>
            <ac:spMk id="27" creationId="{699E6F3F-7575-1A6E-0040-682F9B3553AA}"/>
          </ac:spMkLst>
        </pc:spChg>
        <pc:picChg chg="add mod ord">
          <ac:chgData name="Linn Tähti" userId="93022ca6-48d3-45d5-93fd-11a630157718" providerId="ADAL" clId="{2EB14C7E-83AE-4578-A237-AFCB1C842C34}" dt="2026-03-16T07:21:45.475" v="10104" actId="14100"/>
          <ac:picMkLst>
            <pc:docMk/>
            <pc:sldMk cId="3911435405" sldId="285"/>
            <ac:picMk id="7" creationId="{2154E6E7-E50A-A182-540A-FDFC275764F9}"/>
          </ac:picMkLst>
        </pc:picChg>
        <pc:picChg chg="add mod">
          <ac:chgData name="Linn Tähti" userId="93022ca6-48d3-45d5-93fd-11a630157718" providerId="ADAL" clId="{2EB14C7E-83AE-4578-A237-AFCB1C842C34}" dt="2026-03-16T07:25:15.770" v="10447" actId="1076"/>
          <ac:picMkLst>
            <pc:docMk/>
            <pc:sldMk cId="3911435405" sldId="285"/>
            <ac:picMk id="12" creationId="{6B6CC686-6D9A-868C-D69D-1997E109C15D}"/>
          </ac:picMkLst>
        </pc:picChg>
        <pc:cxnChg chg="add mod">
          <ac:chgData name="Linn Tähti" userId="93022ca6-48d3-45d5-93fd-11a630157718" providerId="ADAL" clId="{2EB14C7E-83AE-4578-A237-AFCB1C842C34}" dt="2026-03-16T07:26:29.088" v="10461" actId="14100"/>
          <ac:cxnSpMkLst>
            <pc:docMk/>
            <pc:sldMk cId="3911435405" sldId="285"/>
            <ac:cxnSpMk id="13" creationId="{9A2EB199-23CF-82C3-1F1C-8AAB672AEC76}"/>
          </ac:cxnSpMkLst>
        </pc:cxnChg>
        <pc:cxnChg chg="add mod">
          <ac:chgData name="Linn Tähti" userId="93022ca6-48d3-45d5-93fd-11a630157718" providerId="ADAL" clId="{2EB14C7E-83AE-4578-A237-AFCB1C842C34}" dt="2026-03-16T07:26:20.352" v="10459" actId="14100"/>
          <ac:cxnSpMkLst>
            <pc:docMk/>
            <pc:sldMk cId="3911435405" sldId="285"/>
            <ac:cxnSpMk id="18" creationId="{8C6A73A0-AC5D-AA1C-E0D5-65724F6346D9}"/>
          </ac:cxnSpMkLst>
        </pc:cxnChg>
      </pc:sldChg>
      <pc:sldChg chg="addSp delSp modSp new mod">
        <pc:chgData name="Linn Tähti" userId="93022ca6-48d3-45d5-93fd-11a630157718" providerId="ADAL" clId="{2EB14C7E-83AE-4578-A237-AFCB1C842C34}" dt="2026-03-18T08:37:26.419" v="11323" actId="14100"/>
        <pc:sldMkLst>
          <pc:docMk/>
          <pc:sldMk cId="3920090266" sldId="286"/>
        </pc:sldMkLst>
        <pc:spChg chg="mod">
          <ac:chgData name="Linn Tähti" userId="93022ca6-48d3-45d5-93fd-11a630157718" providerId="ADAL" clId="{2EB14C7E-83AE-4578-A237-AFCB1C842C34}" dt="2026-03-18T08:30:07.090" v="10718" actId="20577"/>
          <ac:spMkLst>
            <pc:docMk/>
            <pc:sldMk cId="3920090266" sldId="286"/>
            <ac:spMk id="2" creationId="{ABD3D870-4AE6-90C5-B18A-BF95BE7EE93A}"/>
          </ac:spMkLst>
        </pc:spChg>
        <pc:spChg chg="mod">
          <ac:chgData name="Linn Tähti" userId="93022ca6-48d3-45d5-93fd-11a630157718" providerId="ADAL" clId="{2EB14C7E-83AE-4578-A237-AFCB1C842C34}" dt="2026-03-18T08:36:11.153" v="11308" actId="20577"/>
          <ac:spMkLst>
            <pc:docMk/>
            <pc:sldMk cId="3920090266" sldId="286"/>
            <ac:spMk id="3" creationId="{48C8CF73-3365-BA36-3A85-AF4B2E4F479A}"/>
          </ac:spMkLst>
        </pc:spChg>
        <pc:picChg chg="add mod ord">
          <ac:chgData name="Linn Tähti" userId="93022ca6-48d3-45d5-93fd-11a630157718" providerId="ADAL" clId="{2EB14C7E-83AE-4578-A237-AFCB1C842C34}" dt="2026-03-18T08:33:48.489" v="10724" actId="14100"/>
          <ac:picMkLst>
            <pc:docMk/>
            <pc:sldMk cId="3920090266" sldId="286"/>
            <ac:picMk id="7" creationId="{A5732DA8-E7D2-55AA-79A5-E5B30D6EDB41}"/>
          </ac:picMkLst>
        </pc:picChg>
        <pc:cxnChg chg="add mod">
          <ac:chgData name="Linn Tähti" userId="93022ca6-48d3-45d5-93fd-11a630157718" providerId="ADAL" clId="{2EB14C7E-83AE-4578-A237-AFCB1C842C34}" dt="2026-03-18T08:36:30.040" v="11311" actId="1582"/>
          <ac:cxnSpMkLst>
            <pc:docMk/>
            <pc:sldMk cId="3920090266" sldId="286"/>
            <ac:cxnSpMk id="9" creationId="{F6F3DCFF-0DF5-6691-5827-4AAEE2F9EEAD}"/>
          </ac:cxnSpMkLst>
        </pc:cxnChg>
        <pc:cxnChg chg="add mod">
          <ac:chgData name="Linn Tähti" userId="93022ca6-48d3-45d5-93fd-11a630157718" providerId="ADAL" clId="{2EB14C7E-83AE-4578-A237-AFCB1C842C34}" dt="2026-03-18T08:36:41.186" v="11314" actId="14100"/>
          <ac:cxnSpMkLst>
            <pc:docMk/>
            <pc:sldMk cId="3920090266" sldId="286"/>
            <ac:cxnSpMk id="10" creationId="{0B0D1B12-C8F6-6005-3AE2-2D0B51C1EFD2}"/>
          </ac:cxnSpMkLst>
        </pc:cxnChg>
        <pc:cxnChg chg="add mod">
          <ac:chgData name="Linn Tähti" userId="93022ca6-48d3-45d5-93fd-11a630157718" providerId="ADAL" clId="{2EB14C7E-83AE-4578-A237-AFCB1C842C34}" dt="2026-03-18T08:37:04.976" v="11318" actId="14100"/>
          <ac:cxnSpMkLst>
            <pc:docMk/>
            <pc:sldMk cId="3920090266" sldId="286"/>
            <ac:cxnSpMk id="13" creationId="{59178C38-0553-C2B0-B9E8-30B02B7AB84D}"/>
          </ac:cxnSpMkLst>
        </pc:cxnChg>
        <pc:cxnChg chg="add mod">
          <ac:chgData name="Linn Tähti" userId="93022ca6-48d3-45d5-93fd-11a630157718" providerId="ADAL" clId="{2EB14C7E-83AE-4578-A237-AFCB1C842C34}" dt="2026-03-18T08:37:26.419" v="11323" actId="14100"/>
          <ac:cxnSpMkLst>
            <pc:docMk/>
            <pc:sldMk cId="3920090266" sldId="286"/>
            <ac:cxnSpMk id="17" creationId="{6AA7BC3D-0994-17A8-3AEF-CDE9D718E3AD}"/>
          </ac:cxnSpMkLst>
        </pc:cxnChg>
      </pc:sldChg>
      <pc:sldChg chg="addSp delSp modSp new mod">
        <pc:chgData name="Linn Tähti" userId="93022ca6-48d3-45d5-93fd-11a630157718" providerId="ADAL" clId="{2EB14C7E-83AE-4578-A237-AFCB1C842C34}" dt="2026-04-01T11:08:03.351" v="13775" actId="478"/>
        <pc:sldMkLst>
          <pc:docMk/>
          <pc:sldMk cId="3485752460" sldId="287"/>
        </pc:sldMkLst>
        <pc:spChg chg="mod">
          <ac:chgData name="Linn Tähti" userId="93022ca6-48d3-45d5-93fd-11a630157718" providerId="ADAL" clId="{2EB14C7E-83AE-4578-A237-AFCB1C842C34}" dt="2026-03-18T13:22:40.532" v="11360" actId="20577"/>
          <ac:spMkLst>
            <pc:docMk/>
            <pc:sldMk cId="3485752460" sldId="287"/>
            <ac:spMk id="2" creationId="{F87A4684-D543-9F57-B516-F1EFC2EA610A}"/>
          </ac:spMkLst>
        </pc:spChg>
        <pc:spChg chg="mod">
          <ac:chgData name="Linn Tähti" userId="93022ca6-48d3-45d5-93fd-11a630157718" providerId="ADAL" clId="{2EB14C7E-83AE-4578-A237-AFCB1C842C34}" dt="2026-03-18T13:25:22.679" v="11823" actId="20577"/>
          <ac:spMkLst>
            <pc:docMk/>
            <pc:sldMk cId="3485752460" sldId="287"/>
            <ac:spMk id="3" creationId="{C9CAFD0C-C5E6-05FA-5373-C9FDBDED5C1E}"/>
          </ac:spMkLst>
        </pc:spChg>
        <pc:spChg chg="del mod">
          <ac:chgData name="Linn Tähti" userId="93022ca6-48d3-45d5-93fd-11a630157718" providerId="ADAL" clId="{2EB14C7E-83AE-4578-A237-AFCB1C842C34}" dt="2026-04-01T11:08:03.351" v="13775" actId="478"/>
          <ac:spMkLst>
            <pc:docMk/>
            <pc:sldMk cId="3485752460" sldId="287"/>
            <ac:spMk id="4" creationId="{B02429B4-5465-7444-6F53-9F6F81B90869}"/>
          </ac:spMkLst>
        </pc:spChg>
        <pc:picChg chg="add mod">
          <ac:chgData name="Linn Tähti" userId="93022ca6-48d3-45d5-93fd-11a630157718" providerId="ADAL" clId="{2EB14C7E-83AE-4578-A237-AFCB1C842C34}" dt="2026-03-18T13:22:29.246" v="11325"/>
          <ac:picMkLst>
            <pc:docMk/>
            <pc:sldMk cId="3485752460" sldId="287"/>
            <ac:picMk id="6" creationId="{5590972B-50BD-A03B-FD64-0504CE97C884}"/>
          </ac:picMkLst>
        </pc:picChg>
        <pc:cxnChg chg="add mod">
          <ac:chgData name="Linn Tähti" userId="93022ca6-48d3-45d5-93fd-11a630157718" providerId="ADAL" clId="{2EB14C7E-83AE-4578-A237-AFCB1C842C34}" dt="2026-03-18T13:25:37.016" v="11826" actId="1582"/>
          <ac:cxnSpMkLst>
            <pc:docMk/>
            <pc:sldMk cId="3485752460" sldId="287"/>
            <ac:cxnSpMk id="8" creationId="{5FC80682-5022-63C3-CFA5-1642B2CC4EEB}"/>
          </ac:cxnSpMkLst>
        </pc:cxnChg>
        <pc:cxnChg chg="add mod">
          <ac:chgData name="Linn Tähti" userId="93022ca6-48d3-45d5-93fd-11a630157718" providerId="ADAL" clId="{2EB14C7E-83AE-4578-A237-AFCB1C842C34}" dt="2026-03-18T13:25:46.741" v="11829" actId="14100"/>
          <ac:cxnSpMkLst>
            <pc:docMk/>
            <pc:sldMk cId="3485752460" sldId="287"/>
            <ac:cxnSpMk id="9" creationId="{97B589B5-D17D-E3D5-3462-7AF5C9B294BD}"/>
          </ac:cxnSpMkLst>
        </pc:cxnChg>
        <pc:cxnChg chg="add mod">
          <ac:chgData name="Linn Tähti" userId="93022ca6-48d3-45d5-93fd-11a630157718" providerId="ADAL" clId="{2EB14C7E-83AE-4578-A237-AFCB1C842C34}" dt="2026-03-18T13:25:57.812" v="11832" actId="14100"/>
          <ac:cxnSpMkLst>
            <pc:docMk/>
            <pc:sldMk cId="3485752460" sldId="287"/>
            <ac:cxnSpMk id="12" creationId="{3B2E60E1-92E9-314E-E05A-BA963DECA21F}"/>
          </ac:cxnSpMkLst>
        </pc:cxnChg>
        <pc:cxnChg chg="add mod">
          <ac:chgData name="Linn Tähti" userId="93022ca6-48d3-45d5-93fd-11a630157718" providerId="ADAL" clId="{2EB14C7E-83AE-4578-A237-AFCB1C842C34}" dt="2026-03-18T13:26:05.750" v="11835" actId="14100"/>
          <ac:cxnSpMkLst>
            <pc:docMk/>
            <pc:sldMk cId="3485752460" sldId="287"/>
            <ac:cxnSpMk id="15" creationId="{7E8D2D34-C125-984D-9BC8-E00F61CA371F}"/>
          </ac:cxnSpMkLst>
        </pc:cxnChg>
      </pc:sldChg>
      <pc:sldChg chg="addSp delSp modSp new mod">
        <pc:chgData name="Linn Tähti" userId="93022ca6-48d3-45d5-93fd-11a630157718" providerId="ADAL" clId="{2EB14C7E-83AE-4578-A237-AFCB1C842C34}" dt="2026-03-18T13:33:34.664" v="12420" actId="478"/>
        <pc:sldMkLst>
          <pc:docMk/>
          <pc:sldMk cId="1963561482" sldId="288"/>
        </pc:sldMkLst>
        <pc:spChg chg="mod">
          <ac:chgData name="Linn Tähti" userId="93022ca6-48d3-45d5-93fd-11a630157718" providerId="ADAL" clId="{2EB14C7E-83AE-4578-A237-AFCB1C842C34}" dt="2026-03-18T13:30:59.411" v="11910" actId="20577"/>
          <ac:spMkLst>
            <pc:docMk/>
            <pc:sldMk cId="1963561482" sldId="288"/>
            <ac:spMk id="2" creationId="{7F1431CE-338A-83DD-1CC7-35DC87383895}"/>
          </ac:spMkLst>
        </pc:spChg>
        <pc:spChg chg="mod">
          <ac:chgData name="Linn Tähti" userId="93022ca6-48d3-45d5-93fd-11a630157718" providerId="ADAL" clId="{2EB14C7E-83AE-4578-A237-AFCB1C842C34}" dt="2026-03-18T13:33:07.196" v="12415" actId="20577"/>
          <ac:spMkLst>
            <pc:docMk/>
            <pc:sldMk cId="1963561482" sldId="288"/>
            <ac:spMk id="3" creationId="{B7A54D58-C9B1-314A-F37C-D703A4A75B77}"/>
          </ac:spMkLst>
        </pc:spChg>
        <pc:picChg chg="add mod ord">
          <ac:chgData name="Linn Tähti" userId="93022ca6-48d3-45d5-93fd-11a630157718" providerId="ADAL" clId="{2EB14C7E-83AE-4578-A237-AFCB1C842C34}" dt="2026-03-18T13:30:50.062" v="11881" actId="1076"/>
          <ac:picMkLst>
            <pc:docMk/>
            <pc:sldMk cId="1963561482" sldId="288"/>
            <ac:picMk id="7" creationId="{E639D39A-B284-FC59-A031-7EB3592B118B}"/>
          </ac:picMkLst>
        </pc:picChg>
        <pc:cxnChg chg="add mod">
          <ac:chgData name="Linn Tähti" userId="93022ca6-48d3-45d5-93fd-11a630157718" providerId="ADAL" clId="{2EB14C7E-83AE-4578-A237-AFCB1C842C34}" dt="2026-03-18T13:33:29.913" v="12418" actId="1582"/>
          <ac:cxnSpMkLst>
            <pc:docMk/>
            <pc:sldMk cId="1963561482" sldId="288"/>
            <ac:cxnSpMk id="9" creationId="{9ECB354B-A219-B166-822F-45329FF2AC83}"/>
          </ac:cxnSpMkLst>
        </pc:cxnChg>
      </pc:sldChg>
      <pc:sldChg chg="addSp delSp modSp new mod">
        <pc:chgData name="Linn Tähti" userId="93022ca6-48d3-45d5-93fd-11a630157718" providerId="ADAL" clId="{2EB14C7E-83AE-4578-A237-AFCB1C842C34}" dt="2026-03-18T13:40:24.942" v="12883" actId="20577"/>
        <pc:sldMkLst>
          <pc:docMk/>
          <pc:sldMk cId="931288663" sldId="289"/>
        </pc:sldMkLst>
        <pc:spChg chg="mod">
          <ac:chgData name="Linn Tähti" userId="93022ca6-48d3-45d5-93fd-11a630157718" providerId="ADAL" clId="{2EB14C7E-83AE-4578-A237-AFCB1C842C34}" dt="2026-03-18T13:38:53.857" v="12508" actId="20577"/>
          <ac:spMkLst>
            <pc:docMk/>
            <pc:sldMk cId="931288663" sldId="289"/>
            <ac:spMk id="2" creationId="{20D73263-59CE-329E-B6AA-1F77FD141DD8}"/>
          </ac:spMkLst>
        </pc:spChg>
        <pc:spChg chg="mod">
          <ac:chgData name="Linn Tähti" userId="93022ca6-48d3-45d5-93fd-11a630157718" providerId="ADAL" clId="{2EB14C7E-83AE-4578-A237-AFCB1C842C34}" dt="2026-03-18T13:40:24.942" v="12883" actId="20577"/>
          <ac:spMkLst>
            <pc:docMk/>
            <pc:sldMk cId="931288663" sldId="289"/>
            <ac:spMk id="3" creationId="{F1C966F2-3B49-02E1-8A2C-24515D320C95}"/>
          </ac:spMkLst>
        </pc:spChg>
        <pc:picChg chg="add mod ord">
          <ac:chgData name="Linn Tähti" userId="93022ca6-48d3-45d5-93fd-11a630157718" providerId="ADAL" clId="{2EB14C7E-83AE-4578-A237-AFCB1C842C34}" dt="2026-03-18T13:38:34.620" v="12457" actId="1076"/>
          <ac:picMkLst>
            <pc:docMk/>
            <pc:sldMk cId="931288663" sldId="289"/>
            <ac:picMk id="7" creationId="{784A833A-AC0D-D058-4F2A-AD78B70014C2}"/>
          </ac:picMkLst>
        </pc:picChg>
      </pc:sldChg>
      <pc:sldChg chg="addSp delSp modSp new mod modClrScheme chgLayout">
        <pc:chgData name="Linn Tähti" userId="93022ca6-48d3-45d5-93fd-11a630157718" providerId="ADAL" clId="{2EB14C7E-83AE-4578-A237-AFCB1C842C34}" dt="2026-03-18T13:41:53.378" v="12915" actId="20577"/>
        <pc:sldMkLst>
          <pc:docMk/>
          <pc:sldMk cId="797630095" sldId="290"/>
        </pc:sldMkLst>
        <pc:spChg chg="mod ord">
          <ac:chgData name="Linn Tähti" userId="93022ca6-48d3-45d5-93fd-11a630157718" providerId="ADAL" clId="{2EB14C7E-83AE-4578-A237-AFCB1C842C34}" dt="2026-03-18T13:41:45.993" v="12885" actId="700"/>
          <ac:spMkLst>
            <pc:docMk/>
            <pc:sldMk cId="797630095" sldId="290"/>
            <ac:spMk id="5" creationId="{EA6F46F8-8AD0-33E7-11CB-B5EB4D88F6B9}"/>
          </ac:spMkLst>
        </pc:spChg>
        <pc:spChg chg="add mod ord">
          <ac:chgData name="Linn Tähti" userId="93022ca6-48d3-45d5-93fd-11a630157718" providerId="ADAL" clId="{2EB14C7E-83AE-4578-A237-AFCB1C842C34}" dt="2026-03-18T13:41:53.378" v="12915" actId="20577"/>
          <ac:spMkLst>
            <pc:docMk/>
            <pc:sldMk cId="797630095" sldId="290"/>
            <ac:spMk id="6" creationId="{22E08884-0F3B-4A9A-C2E5-2A2A011651B8}"/>
          </ac:spMkLst>
        </pc:spChg>
        <pc:spChg chg="add mod ord">
          <ac:chgData name="Linn Tähti" userId="93022ca6-48d3-45d5-93fd-11a630157718" providerId="ADAL" clId="{2EB14C7E-83AE-4578-A237-AFCB1C842C34}" dt="2026-03-18T13:41:45.993" v="12885" actId="700"/>
          <ac:spMkLst>
            <pc:docMk/>
            <pc:sldMk cId="797630095" sldId="290"/>
            <ac:spMk id="7" creationId="{DE486E04-60F3-6640-BF8A-78D9A23F0CFB}"/>
          </ac:spMkLst>
        </pc:spChg>
      </pc:sldChg>
      <pc:sldChg chg="addSp delSp modSp new mod modClrScheme chgLayout">
        <pc:chgData name="Linn Tähti" userId="93022ca6-48d3-45d5-93fd-11a630157718" providerId="ADAL" clId="{2EB14C7E-83AE-4578-A237-AFCB1C842C34}" dt="2026-03-18T13:44:59.659" v="13203" actId="1076"/>
        <pc:sldMkLst>
          <pc:docMk/>
          <pc:sldMk cId="980550718" sldId="291"/>
        </pc:sldMkLst>
        <pc:spChg chg="mod ord">
          <ac:chgData name="Linn Tähti" userId="93022ca6-48d3-45d5-93fd-11a630157718" providerId="ADAL" clId="{2EB14C7E-83AE-4578-A237-AFCB1C842C34}" dt="2026-03-18T13:42:26.231" v="12917" actId="700"/>
          <ac:spMkLst>
            <pc:docMk/>
            <pc:sldMk cId="980550718" sldId="291"/>
            <ac:spMk id="4" creationId="{6559D584-C3B8-5063-F8E3-58A55D28732E}"/>
          </ac:spMkLst>
        </pc:spChg>
        <pc:spChg chg="add mod ord">
          <ac:chgData name="Linn Tähti" userId="93022ca6-48d3-45d5-93fd-11a630157718" providerId="ADAL" clId="{2EB14C7E-83AE-4578-A237-AFCB1C842C34}" dt="2026-03-18T13:42:54.252" v="12937" actId="20577"/>
          <ac:spMkLst>
            <pc:docMk/>
            <pc:sldMk cId="980550718" sldId="291"/>
            <ac:spMk id="5" creationId="{6C287F62-6861-B8DC-8B84-346B3C0D8687}"/>
          </ac:spMkLst>
        </pc:spChg>
        <pc:spChg chg="add mod ord">
          <ac:chgData name="Linn Tähti" userId="93022ca6-48d3-45d5-93fd-11a630157718" providerId="ADAL" clId="{2EB14C7E-83AE-4578-A237-AFCB1C842C34}" dt="2026-03-18T13:44:09.295" v="13196" actId="20577"/>
          <ac:spMkLst>
            <pc:docMk/>
            <pc:sldMk cId="980550718" sldId="291"/>
            <ac:spMk id="6" creationId="{0E2F4EC7-FAE7-C638-42EE-5B505886EB19}"/>
          </ac:spMkLst>
        </pc:spChg>
        <pc:picChg chg="add mod ord">
          <ac:chgData name="Linn Tähti" userId="93022ca6-48d3-45d5-93fd-11a630157718" providerId="ADAL" clId="{2EB14C7E-83AE-4578-A237-AFCB1C842C34}" dt="2026-03-18T13:44:59.659" v="13203" actId="1076"/>
          <ac:picMkLst>
            <pc:docMk/>
            <pc:sldMk cId="980550718" sldId="291"/>
            <ac:picMk id="9" creationId="{0B7B14BF-C4E6-1929-AE9A-625E58F97C56}"/>
          </ac:picMkLst>
        </pc:picChg>
      </pc:sldChg>
      <pc:sldChg chg="addSp delSp modSp new mod">
        <pc:chgData name="Linn Tähti" userId="93022ca6-48d3-45d5-93fd-11a630157718" providerId="ADAL" clId="{2EB14C7E-83AE-4578-A237-AFCB1C842C34}" dt="2026-03-18T14:16:34.670" v="13774" actId="14100"/>
        <pc:sldMkLst>
          <pc:docMk/>
          <pc:sldMk cId="1049419576" sldId="292"/>
        </pc:sldMkLst>
        <pc:spChg chg="mod">
          <ac:chgData name="Linn Tähti" userId="93022ca6-48d3-45d5-93fd-11a630157718" providerId="ADAL" clId="{2EB14C7E-83AE-4578-A237-AFCB1C842C34}" dt="2026-03-18T14:10:43.096" v="13327" actId="20577"/>
          <ac:spMkLst>
            <pc:docMk/>
            <pc:sldMk cId="1049419576" sldId="292"/>
            <ac:spMk id="2" creationId="{9BAFA8A7-0FB3-7AD3-5C4B-776ED3DEBE25}"/>
          </ac:spMkLst>
        </pc:spChg>
        <pc:spChg chg="mod">
          <ac:chgData name="Linn Tähti" userId="93022ca6-48d3-45d5-93fd-11a630157718" providerId="ADAL" clId="{2EB14C7E-83AE-4578-A237-AFCB1C842C34}" dt="2026-03-18T14:15:36.455" v="13757" actId="20577"/>
          <ac:spMkLst>
            <pc:docMk/>
            <pc:sldMk cId="1049419576" sldId="292"/>
            <ac:spMk id="3" creationId="{B4560D7D-6405-5561-9E7D-0BCECE5D0A5C}"/>
          </ac:spMkLst>
        </pc:spChg>
        <pc:picChg chg="add mod ord">
          <ac:chgData name="Linn Tähti" userId="93022ca6-48d3-45d5-93fd-11a630157718" providerId="ADAL" clId="{2EB14C7E-83AE-4578-A237-AFCB1C842C34}" dt="2026-03-18T14:13:35.193" v="13337" actId="1076"/>
          <ac:picMkLst>
            <pc:docMk/>
            <pc:sldMk cId="1049419576" sldId="292"/>
            <ac:picMk id="7" creationId="{B435D88C-5601-9E73-173D-19E22EBC2C58}"/>
          </ac:picMkLst>
        </pc:picChg>
        <pc:cxnChg chg="add mod">
          <ac:chgData name="Linn Tähti" userId="93022ca6-48d3-45d5-93fd-11a630157718" providerId="ADAL" clId="{2EB14C7E-83AE-4578-A237-AFCB1C842C34}" dt="2026-03-18T14:15:55.779" v="13760" actId="1582"/>
          <ac:cxnSpMkLst>
            <pc:docMk/>
            <pc:sldMk cId="1049419576" sldId="292"/>
            <ac:cxnSpMk id="9" creationId="{3D430997-1F74-8A51-8023-E1081DE6199A}"/>
          </ac:cxnSpMkLst>
        </pc:cxnChg>
        <pc:cxnChg chg="add mod">
          <ac:chgData name="Linn Tähti" userId="93022ca6-48d3-45d5-93fd-11a630157718" providerId="ADAL" clId="{2EB14C7E-83AE-4578-A237-AFCB1C842C34}" dt="2026-03-18T14:16:34.670" v="13774" actId="14100"/>
          <ac:cxnSpMkLst>
            <pc:docMk/>
            <pc:sldMk cId="1049419576" sldId="292"/>
            <ac:cxnSpMk id="15" creationId="{44588470-6441-8D1D-60AC-F2B5B26CFD4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88708-B2E1-4F9F-994B-0354B336B3CA}" type="datetimeFigureOut">
              <a:rPr lang="fi-FI" smtClean="0"/>
              <a:t>1.4.2026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D9637-8FEB-4622-A350-2C5A9DFF5D9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71250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C02023E-E1C5-A7E0-F5E4-9DA857204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9D2C75EB-4341-C8B8-AD44-7D20359A1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092447B-D142-56F2-2D1E-E65D83A98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2A303-FFF0-49CD-8CDD-A2BE6B987FCB}" type="datetime1">
              <a:rPr lang="fi-FI" smtClean="0"/>
              <a:t>1.4.2026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C37A15C-D493-3169-BCB7-AC966F03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2BE889F-AE94-4598-D5A5-D2C29C92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6250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FC28D28-606D-A3CE-0E26-23592F49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92208CC-7229-092F-0B33-7CAA6A0BF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7D18C1FD-5B75-1F58-88F7-CF088EDD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35D0-EE8C-45C4-B942-B100A8060E06}" type="datetime1">
              <a:rPr lang="fi-FI" smtClean="0"/>
              <a:t>1.4.2026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BA705A8-C18A-AB3D-A7C9-6F0641B2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CB94AC9B-C170-1872-ABF4-3549DDDE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5929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A92F065-8EF1-FF47-C899-04412B143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6CE8CCDF-A5E5-D9BD-7F79-631212ABC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E47FCBA-9ECD-73BF-5BB4-9850CB81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F26D-AEE8-4554-9F5C-A2B498ABDC1B}" type="datetime1">
              <a:rPr lang="fi-FI" smtClean="0"/>
              <a:t>1.4.2026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519EFBF7-8007-AF2B-C9CB-1E3C6A6C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CB1E63FA-71A1-E298-2D73-8D3FD771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3200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F83B64B-5941-AD24-B801-A99D62B5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516D53F-39AC-B5BF-1CAD-F98B66B6B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607667E9-AFFE-F89F-3657-BA9ECCBF7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1FE6D996-7EF7-5D99-FAE7-4F30340F0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6720B-F79E-4FE5-8D14-F56C45C6D6E8}" type="datetime1">
              <a:rPr lang="fi-FI" smtClean="0"/>
              <a:t>1.4.2026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A25EF32A-A1A2-5F6B-6E4D-9DB40758C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6F93EAC9-8358-FEE2-B923-D41E0C90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09569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2C96CCC-4660-8C8B-271E-B66E2190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3C4E9E7F-CF4B-C8CC-4B1D-390B7293D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94125CB8-B3FB-B74D-36FB-34CCD3E28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0FC26B02-BA28-ECC6-073E-9E70C1A9D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C965DB86-4059-98F2-6D78-6353D8F73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DF2C658A-DF09-1AB4-7824-5AEC7445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F2ED-F2EC-4FCD-8CE9-FFED566F78EB}" type="datetime1">
              <a:rPr lang="fi-FI" smtClean="0"/>
              <a:t>1.4.2026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D115C87A-1D2E-0E7A-C79F-80EE4685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B4CFABD5-36DB-9259-BCC8-811C3B81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6250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812961A-BA50-FD9C-4A3D-714C7AC4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03AD49A4-1335-A00E-AB91-AB05246E7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4D42-BAA2-4E6F-8310-304C24477E04}" type="datetime1">
              <a:rPr lang="fi-FI" smtClean="0"/>
              <a:t>1.4.2026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16C8D7B4-E955-71EA-073F-0D1187AC2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E255C5A9-B03C-CF07-98C6-A7896C67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8375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CA4A44D9-9A2A-277B-6461-1AFEF6BF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08241-35E4-4973-98DC-31930CADF22C}" type="datetime1">
              <a:rPr lang="fi-FI" smtClean="0"/>
              <a:t>1.4.2026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E3642FE3-8F9E-7298-AA4B-E35F36A47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D82751DD-43C9-5541-7227-7FA84AAD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380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802FBA8-65AB-BBB0-144F-AD39C794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3240E90-0BBD-AE85-C729-E3042DDD9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0735EB89-29C3-373F-39A5-7C79B1348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9FE8232D-433E-7EC1-C098-95DB7F937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7B606-8965-4C4C-80C7-385F7189BEB0}" type="datetime1">
              <a:rPr lang="fi-FI" smtClean="0"/>
              <a:t>1.4.2026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89E2434E-F662-22A7-B465-CA5DCB684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1AE9D934-F513-38D4-09F5-F42DAAE7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937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5A74379-681A-2920-9212-7FD861B9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C49ADFBF-7C50-1556-7AAD-9F538DD4B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1D89AAE2-C0A5-F8E2-438C-B9DB5DD34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7068C047-8C9F-D215-55DD-E8714BBD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D49A-1B20-47B7-B181-404510AAF69B}" type="datetime1">
              <a:rPr lang="fi-FI" smtClean="0"/>
              <a:t>1.4.2026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3EB15D7D-B17F-C83E-085E-5BE228BBA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8D73E2CD-E606-3AF1-8799-9256F409C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528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F9759B0-FC2A-D804-094F-E304E686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843C3AB8-08A3-D674-86FA-08EFFBBB3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D4540E9-1B09-C852-0B29-3F6B2EE6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C429-2B67-4D9F-85CF-22019DFF4507}" type="datetime1">
              <a:rPr lang="fi-FI" smtClean="0"/>
              <a:t>1.4.2026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FE307DB-8181-4BF0-2871-CBE23A1C2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1F0930C9-3F7C-01C7-C567-512C362C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11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686E071D-CB8A-5CE5-934E-D48BD10A6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F5168263-246E-C913-F998-B7F49304F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ACA4F88-263A-A487-C37F-5F683C49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CF31-B163-453E-8324-E2DAE09B540C}" type="datetime1">
              <a:rPr lang="fi-FI" smtClean="0"/>
              <a:t>1.4.2026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034E76C-81DF-54A7-AD89-726DCE35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F0DF0DA5-EA01-1BF8-7644-B1B9AF00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526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4953C7D2-4F27-AB2E-264C-DF810651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0F8F5D23-1B31-1364-CBD0-9EC725573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B72D0A54-31D0-520A-4116-1AC65A8CD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FB45E-6FD0-4896-B0BD-2FD841826650}" type="datetime1">
              <a:rPr lang="fi-FI" smtClean="0"/>
              <a:t>1.4.2026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A3BD8F3-7D65-3CDC-A045-042DFA85A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i-FI"/>
              <a:t>Linn Tähti, Omnia 2026</a:t>
            </a:r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5B1C6C4-77EE-6137-F7D6-2EC52B032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02DDC-F94E-41C9-893C-F3E0077F5F3E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5076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500504/why-is-using-for-in-for-array-iteration-a-bad-ide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1/note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13FC0A4-60CE-BFB1-817F-2670261FC0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/>
              <a:t>Full stack osa 2</a:t>
            </a:r>
            <a:endParaRPr lang="fi-FI" dirty="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59CB9BB-519F-84C7-0A94-5EEEB98E31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/>
              <a:t>Kokoelmien renderöinti, lomakkeet, JSON-palvelin</a:t>
            </a:r>
            <a:endParaRPr lang="fi-FI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CF13ADFA-05A8-5BB0-E0E3-840540523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18188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BB2FF-6123-0F9E-033D-08555CA80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172F278-B77B-3742-7C29-D8587976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Taulukkometodit</a:t>
            </a:r>
            <a:endParaRPr lang="fi-FI" dirty="0"/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08189AF1-C5CB-657A-7C24-2EE4FE904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7E1FD3FB-3C0C-A0C5-6A6C-468E844AB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403124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6AA45F9-ECB2-466D-C14D-B299FBBA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Taulukkometodit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CB9D322-E89A-DF68-9E32-84AB20ABA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/>
              <a:t>JavaScriptissä on for-silmukka, mutta taulukoiden kanssa on yleensä järkevämpää käyttää taulukkometodit</a:t>
            </a:r>
          </a:p>
          <a:p>
            <a:pPr lvl="1"/>
            <a:r>
              <a:rPr lang="fi-FI"/>
              <a:t>Aiheeseen liittyvä stackOverflow ketju: </a:t>
            </a:r>
            <a:r>
              <a:rPr lang="en-US">
                <a:hlinkClick r:id="rId2"/>
              </a:rPr>
              <a:t>javascript - Why is using "for...in" for array iteration a bad idea? - Stack Overflow</a:t>
            </a:r>
            <a:endParaRPr lang="en-US"/>
          </a:p>
          <a:p>
            <a:r>
              <a:rPr lang="en-US"/>
              <a:t>Yleisiä taulukkometodeja on mm. find, filter, map, reduce</a:t>
            </a:r>
          </a:p>
          <a:p>
            <a:r>
              <a:rPr lang="en-US"/>
              <a:t>Taulukkometodit iteroivat jokaisen taulukon alkion yli, eli käyvät alkiot läpi yksitellen</a:t>
            </a:r>
          </a:p>
          <a:p>
            <a:r>
              <a:rPr lang="en-US"/>
              <a:t>Taulukkometodit ottavat yleensä parametriksi nuolifunktion, jonka mukaan ne toimivat</a:t>
            </a:r>
            <a:endParaRPr lang="en-US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5F5FC0DE-3865-1D8B-B690-EC937F91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2025260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1631539-25A3-44BC-332D-A654263D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Esimerkkejä taulukkometodeista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B255BD7-EB3A-2064-6DA6-6EEC4F287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Find</a:t>
            </a:r>
            <a:r>
              <a:rPr lang="fi-FI" dirty="0"/>
              <a:t>:</a:t>
            </a:r>
          </a:p>
          <a:p>
            <a:pPr lvl="1"/>
            <a:r>
              <a:rPr lang="fi-FI" dirty="0"/>
              <a:t> </a:t>
            </a:r>
          </a:p>
          <a:p>
            <a:pPr lvl="1"/>
            <a:r>
              <a:rPr lang="fi-FI" dirty="0" err="1"/>
              <a:t>Find</a:t>
            </a:r>
            <a:r>
              <a:rPr lang="fi-FI" dirty="0"/>
              <a:t>-metodi saa argumenttina nuolifunktion, joka palauttaa </a:t>
            </a:r>
            <a:r>
              <a:rPr lang="fi-FI" dirty="0" err="1"/>
              <a:t>booleanin</a:t>
            </a:r>
            <a:r>
              <a:rPr lang="fi-FI" dirty="0"/>
              <a:t> (</a:t>
            </a:r>
            <a:r>
              <a:rPr lang="fi-FI" dirty="0" err="1"/>
              <a:t>true</a:t>
            </a:r>
            <a:r>
              <a:rPr lang="fi-FI" dirty="0"/>
              <a:t>/</a:t>
            </a:r>
            <a:r>
              <a:rPr lang="fi-FI" dirty="0" err="1"/>
              <a:t>false</a:t>
            </a:r>
            <a:r>
              <a:rPr lang="fi-FI" dirty="0"/>
              <a:t>).</a:t>
            </a:r>
          </a:p>
          <a:p>
            <a:pPr lvl="1"/>
            <a:r>
              <a:rPr lang="fi-FI" dirty="0"/>
              <a:t>Metodi palauttaa taulukon ensimmäisen alkion, jolle nuolifunktio palauttaa arvon </a:t>
            </a:r>
            <a:r>
              <a:rPr lang="fi-FI" dirty="0" err="1"/>
              <a:t>true</a:t>
            </a:r>
            <a:endParaRPr lang="fi-FI" dirty="0"/>
          </a:p>
          <a:p>
            <a:r>
              <a:rPr lang="fi-FI" dirty="0" err="1"/>
              <a:t>Map</a:t>
            </a:r>
            <a:r>
              <a:rPr lang="fi-FI" dirty="0"/>
              <a:t>: </a:t>
            </a:r>
          </a:p>
          <a:p>
            <a:pPr lvl="1"/>
            <a:r>
              <a:rPr lang="fi-FI" dirty="0"/>
              <a:t> </a:t>
            </a:r>
          </a:p>
          <a:p>
            <a:pPr lvl="1"/>
            <a:r>
              <a:rPr lang="fi-FI" dirty="0"/>
              <a:t> </a:t>
            </a:r>
          </a:p>
          <a:p>
            <a:pPr lvl="1"/>
            <a:r>
              <a:rPr lang="fi-FI" dirty="0"/>
              <a:t> </a:t>
            </a:r>
            <a:r>
              <a:rPr lang="fi-FI" dirty="0" err="1"/>
              <a:t>Map</a:t>
            </a:r>
            <a:r>
              <a:rPr lang="fi-FI" dirty="0"/>
              <a:t>-metodi luo taulukosta uuden taulukon siten, että uusi taulukko sisältää nuolifunktion palautusarvot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8B5B5447-7018-8FC7-F39F-874EB0DF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pic>
        <p:nvPicPr>
          <p:cNvPr id="6" name="Kuva 5">
            <a:extLst>
              <a:ext uri="{FF2B5EF4-FFF2-40B4-BE49-F238E27FC236}">
                <a16:creationId xmlns:a16="http://schemas.microsoft.com/office/drawing/2014/main" id="{46A69D90-7C0F-5A7D-5FF8-17F7C597D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00" y="2324730"/>
            <a:ext cx="7138322" cy="276956"/>
          </a:xfrm>
          <a:prstGeom prst="rect">
            <a:avLst/>
          </a:prstGeom>
        </p:spPr>
      </p:pic>
      <p:pic>
        <p:nvPicPr>
          <p:cNvPr id="8" name="Kuva 7" descr="Kuva, joka sisältää kohteen teksti, Fontti, kuvakaappaus&#10;&#10;Tekoälyllä luotu sisältö voi olla virheellistä.">
            <a:extLst>
              <a:ext uri="{FF2B5EF4-FFF2-40B4-BE49-F238E27FC236}">
                <a16:creationId xmlns:a16="http://schemas.microsoft.com/office/drawing/2014/main" id="{57F6DC44-7691-3286-024E-12B11413E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900" y="4632762"/>
            <a:ext cx="4436214" cy="76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44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B589A62-6B0D-614A-13D9-0AAB5CF7A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Kokoelmien renderöinti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76E34592-546F-0AAD-AC13-E4483BE55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01709407-8A6E-466E-9343-205BC4C3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241792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F396534A-80F2-6D28-E90A-020B9FACF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fi-FI" sz="4000" dirty="0"/>
              <a:t>Kokoelmat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8E90DE8-F9CD-C144-D97B-B07CCE524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fi-FI" sz="2000" dirty="0"/>
              <a:t>Ohjelmoinnissa halutaan välttää turhaa toistoa</a:t>
            </a:r>
          </a:p>
          <a:p>
            <a:r>
              <a:rPr lang="fi-FI" sz="2000" dirty="0"/>
              <a:t>Oikealla olevassa esimerkissä taulukon (</a:t>
            </a:r>
            <a:r>
              <a:rPr lang="fi-FI" sz="2000" dirty="0" err="1"/>
              <a:t>array</a:t>
            </a:r>
            <a:r>
              <a:rPr lang="fi-FI" sz="2000" dirty="0"/>
              <a:t>), jokaiselle muistiinpanolle on kirjoitettu oma li-elementti</a:t>
            </a:r>
          </a:p>
          <a:p>
            <a:r>
              <a:rPr lang="fi-FI" sz="2000" dirty="0"/>
              <a:t>Tämä on huono tapa</a:t>
            </a:r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4FE84BAF-4453-2830-E813-E90CA414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1" r="-3" b="243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E9085C5D-45A5-070E-2842-E52F0414E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1076478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3C30E360-8E10-91AC-8EE0-4B0553B47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fi-FI" sz="4000" dirty="0"/>
              <a:t>Kokoelmien renderöinti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09402D9-B97E-7E45-6E7C-37D567B8F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 fontScale="92500"/>
          </a:bodyPr>
          <a:lstStyle/>
          <a:p>
            <a:r>
              <a:rPr lang="en-US" sz="2000" dirty="0" err="1"/>
              <a:t>Parempi</a:t>
            </a:r>
            <a:r>
              <a:rPr lang="en-US" sz="2000" dirty="0"/>
              <a:t> tapa on </a:t>
            </a:r>
            <a:r>
              <a:rPr lang="en-US" sz="2000" dirty="0" err="1"/>
              <a:t>käyttää</a:t>
            </a:r>
            <a:r>
              <a:rPr lang="en-US" sz="2000" dirty="0"/>
              <a:t> map-</a:t>
            </a:r>
            <a:r>
              <a:rPr lang="en-US" sz="2000" dirty="0" err="1"/>
              <a:t>metodia</a:t>
            </a:r>
            <a:endParaRPr lang="en-US" sz="2000" dirty="0"/>
          </a:p>
          <a:p>
            <a:r>
              <a:rPr lang="en-US" sz="2000" dirty="0"/>
              <a:t>Map-</a:t>
            </a:r>
            <a:r>
              <a:rPr lang="en-US" sz="2000" dirty="0" err="1"/>
              <a:t>metodi</a:t>
            </a:r>
            <a:r>
              <a:rPr lang="en-US" sz="2000" dirty="0"/>
              <a:t> </a:t>
            </a:r>
            <a:r>
              <a:rPr lang="en-US" sz="2000" dirty="0" err="1"/>
              <a:t>muuttaa</a:t>
            </a:r>
            <a:r>
              <a:rPr lang="en-US" sz="2000" dirty="0"/>
              <a:t> </a:t>
            </a:r>
            <a:r>
              <a:rPr lang="en-US" sz="2000" dirty="0" err="1"/>
              <a:t>yhden</a:t>
            </a:r>
            <a:r>
              <a:rPr lang="en-US" sz="2000" dirty="0"/>
              <a:t> </a:t>
            </a:r>
            <a:r>
              <a:rPr lang="en-US" sz="2000" dirty="0" err="1"/>
              <a:t>taulukon</a:t>
            </a:r>
            <a:r>
              <a:rPr lang="en-US" sz="2000" dirty="0"/>
              <a:t> </a:t>
            </a:r>
            <a:r>
              <a:rPr lang="en-US" sz="2000" dirty="0" err="1"/>
              <a:t>toiseksi</a:t>
            </a:r>
            <a:r>
              <a:rPr lang="en-US" sz="2000" dirty="0"/>
              <a:t> </a:t>
            </a:r>
            <a:r>
              <a:rPr lang="en-US" sz="2000" dirty="0" err="1"/>
              <a:t>taulukoksi</a:t>
            </a:r>
            <a:r>
              <a:rPr lang="en-US" sz="2000" dirty="0"/>
              <a:t>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argumenttina</a:t>
            </a:r>
            <a:r>
              <a:rPr lang="en-US" sz="2000" dirty="0"/>
              <a:t> </a:t>
            </a:r>
            <a:r>
              <a:rPr lang="en-US" sz="2000" dirty="0" err="1"/>
              <a:t>määritellyn</a:t>
            </a:r>
            <a:r>
              <a:rPr lang="en-US" sz="2000" dirty="0"/>
              <a:t> </a:t>
            </a:r>
            <a:r>
              <a:rPr lang="en-US" sz="2000" dirty="0" err="1"/>
              <a:t>nuolifunktion</a:t>
            </a:r>
            <a:r>
              <a:rPr lang="en-US" sz="2000" dirty="0"/>
              <a:t> </a:t>
            </a:r>
            <a:r>
              <a:rPr lang="en-US" sz="2000" dirty="0" err="1"/>
              <a:t>mukaan</a:t>
            </a:r>
            <a:endParaRPr lang="en-US" sz="2000" dirty="0"/>
          </a:p>
          <a:p>
            <a:r>
              <a:rPr lang="en-US" sz="2000" dirty="0" err="1"/>
              <a:t>Esimerkissä</a:t>
            </a:r>
            <a:r>
              <a:rPr lang="en-US" sz="2000" dirty="0"/>
              <a:t> </a:t>
            </a:r>
            <a:r>
              <a:rPr lang="en-US" sz="2000" dirty="0" err="1"/>
              <a:t>jokainen</a:t>
            </a:r>
            <a:r>
              <a:rPr lang="en-US" sz="2000" dirty="0"/>
              <a:t> </a:t>
            </a:r>
            <a:r>
              <a:rPr lang="en-US" sz="2000" dirty="0" err="1"/>
              <a:t>elementti</a:t>
            </a:r>
            <a:r>
              <a:rPr lang="en-US" sz="2000" dirty="0"/>
              <a:t> </a:t>
            </a:r>
            <a:r>
              <a:rPr lang="en-US" sz="2000" dirty="0" err="1"/>
              <a:t>taulukossa</a:t>
            </a:r>
            <a:r>
              <a:rPr lang="en-US" sz="2000" dirty="0"/>
              <a:t> notes </a:t>
            </a:r>
            <a:r>
              <a:rPr lang="en-US" sz="2000" dirty="0" err="1"/>
              <a:t>muutetaan</a:t>
            </a:r>
            <a:r>
              <a:rPr lang="en-US" sz="2000" dirty="0"/>
              <a:t> li-</a:t>
            </a:r>
            <a:r>
              <a:rPr lang="en-US" sz="2000" dirty="0" err="1"/>
              <a:t>elementiksi</a:t>
            </a:r>
            <a:r>
              <a:rPr lang="en-US" sz="2000" dirty="0"/>
              <a:t>, </a:t>
            </a:r>
            <a:r>
              <a:rPr lang="en-US" sz="2000" dirty="0" err="1"/>
              <a:t>joka</a:t>
            </a:r>
            <a:r>
              <a:rPr lang="en-US" sz="2000" dirty="0"/>
              <a:t> </a:t>
            </a:r>
            <a:r>
              <a:rPr lang="en-US" sz="2000" dirty="0" err="1"/>
              <a:t>renderöi</a:t>
            </a:r>
            <a:r>
              <a:rPr lang="en-US" sz="2000" dirty="0"/>
              <a:t> </a:t>
            </a:r>
            <a:r>
              <a:rPr lang="en-US" sz="2000" dirty="0" err="1"/>
              <a:t>note.content</a:t>
            </a:r>
            <a:r>
              <a:rPr lang="en-US" sz="2000" dirty="0"/>
              <a:t> –</a:t>
            </a:r>
            <a:r>
              <a:rPr lang="en-US" sz="2000" dirty="0" err="1"/>
              <a:t>arvon</a:t>
            </a:r>
            <a:endParaRPr lang="en-US" sz="2000" dirty="0"/>
          </a:p>
          <a:p>
            <a:r>
              <a:rPr lang="en-US" sz="2000" dirty="0" err="1"/>
              <a:t>Käyttämällä</a:t>
            </a:r>
            <a:r>
              <a:rPr lang="en-US" sz="2000" dirty="0"/>
              <a:t> map-</a:t>
            </a:r>
            <a:r>
              <a:rPr lang="en-US" sz="2000" dirty="0" err="1"/>
              <a:t>metodia</a:t>
            </a:r>
            <a:r>
              <a:rPr lang="en-US" sz="2000" dirty="0"/>
              <a:t> </a:t>
            </a:r>
            <a:r>
              <a:rPr lang="en-US" sz="2000" dirty="0" err="1"/>
              <a:t>vältät</a:t>
            </a:r>
            <a:r>
              <a:rPr lang="en-US" sz="2000" dirty="0"/>
              <a:t> </a:t>
            </a:r>
            <a:r>
              <a:rPr lang="en-US" sz="2000" dirty="0" err="1"/>
              <a:t>ylimääräisen</a:t>
            </a:r>
            <a:r>
              <a:rPr lang="en-US" sz="2000" dirty="0"/>
              <a:t> </a:t>
            </a:r>
            <a:r>
              <a:rPr lang="en-US" sz="2000" dirty="0" err="1"/>
              <a:t>toiston</a:t>
            </a:r>
            <a:r>
              <a:rPr lang="en-US" sz="2000" dirty="0"/>
              <a:t> ja </a:t>
            </a:r>
            <a:r>
              <a:rPr lang="en-US" sz="2000" dirty="0" err="1"/>
              <a:t>mahdollistat</a:t>
            </a:r>
            <a:r>
              <a:rPr lang="en-US" sz="2000" dirty="0"/>
              <a:t> </a:t>
            </a:r>
            <a:r>
              <a:rPr lang="en-US" sz="2000" dirty="0" err="1"/>
              <a:t>sovelluksen</a:t>
            </a:r>
            <a:r>
              <a:rPr lang="en-US" sz="2000" dirty="0"/>
              <a:t> </a:t>
            </a:r>
            <a:r>
              <a:rPr lang="en-US" sz="2000" dirty="0" err="1"/>
              <a:t>toimimisen</a:t>
            </a:r>
            <a:r>
              <a:rPr lang="en-US" sz="2000" dirty="0"/>
              <a:t>, </a:t>
            </a:r>
            <a:r>
              <a:rPr lang="en-US" sz="2000" dirty="0" err="1"/>
              <a:t>vaikka</a:t>
            </a:r>
            <a:r>
              <a:rPr lang="en-US" sz="2000" dirty="0"/>
              <a:t> </a:t>
            </a:r>
            <a:r>
              <a:rPr lang="en-US" sz="2000" dirty="0" err="1"/>
              <a:t>taulukossa</a:t>
            </a:r>
            <a:r>
              <a:rPr lang="en-US" sz="2000" dirty="0"/>
              <a:t> </a:t>
            </a:r>
            <a:r>
              <a:rPr lang="en-US" sz="2000" dirty="0" err="1"/>
              <a:t>olevien</a:t>
            </a:r>
            <a:r>
              <a:rPr lang="en-US" sz="2000" dirty="0"/>
              <a:t> </a:t>
            </a:r>
            <a:r>
              <a:rPr lang="en-US" sz="2000" dirty="0" err="1"/>
              <a:t>alkioiden</a:t>
            </a:r>
            <a:r>
              <a:rPr lang="en-US" sz="2000" dirty="0"/>
              <a:t> </a:t>
            </a:r>
            <a:r>
              <a:rPr lang="en-US" sz="2000" dirty="0" err="1"/>
              <a:t>määrä</a:t>
            </a:r>
            <a:r>
              <a:rPr lang="en-US" sz="2000" dirty="0"/>
              <a:t> </a:t>
            </a:r>
            <a:r>
              <a:rPr lang="en-US" sz="2000" dirty="0" err="1"/>
              <a:t>muuttuisi</a:t>
            </a:r>
            <a:endParaRPr lang="en-US" sz="2000" dirty="0"/>
          </a:p>
          <a:p>
            <a:pPr lvl="1"/>
            <a:r>
              <a:rPr lang="en-US" sz="1600" dirty="0" err="1"/>
              <a:t>Vertaa</a:t>
            </a:r>
            <a:r>
              <a:rPr lang="en-US" sz="1600" dirty="0"/>
              <a:t> </a:t>
            </a:r>
            <a:r>
              <a:rPr lang="en-US" sz="1600" dirty="0" err="1"/>
              <a:t>tätä</a:t>
            </a:r>
            <a:r>
              <a:rPr lang="en-US" sz="1600" dirty="0"/>
              <a:t> </a:t>
            </a:r>
            <a:r>
              <a:rPr lang="en-US" sz="1600" dirty="0" err="1"/>
              <a:t>looppeihin</a:t>
            </a:r>
            <a:r>
              <a:rPr lang="en-US" sz="1600" dirty="0"/>
              <a:t>, </a:t>
            </a:r>
            <a:r>
              <a:rPr lang="en-US" sz="1600" dirty="0" err="1"/>
              <a:t>kuten</a:t>
            </a:r>
            <a:r>
              <a:rPr lang="en-US" sz="1600"/>
              <a:t> for-loop</a:t>
            </a:r>
            <a:endParaRPr lang="en-US" sz="1600" dirty="0"/>
          </a:p>
        </p:txBody>
      </p:sp>
      <p:pic>
        <p:nvPicPr>
          <p:cNvPr id="5" name="Sisällön paikkamerkki 4">
            <a:extLst>
              <a:ext uri="{FF2B5EF4-FFF2-40B4-BE49-F238E27FC236}">
                <a16:creationId xmlns:a16="http://schemas.microsoft.com/office/drawing/2014/main" id="{574290F0-9B4F-728C-3B81-056D617E4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EC7988BA-A76B-77F8-ED0B-D0D9B0DA1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5254" y="6401932"/>
            <a:ext cx="4114800" cy="365125"/>
          </a:xfrm>
        </p:spPr>
        <p:txBody>
          <a:bodyPr/>
          <a:lstStyle/>
          <a:p>
            <a:r>
              <a:rPr lang="fi-FI" dirty="0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1685766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885438E-66FF-F8F1-E5BC-1DE4170C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Kokoelmien renderöinti:</a:t>
            </a:r>
            <a:br>
              <a:rPr lang="fi-FI" dirty="0"/>
            </a:br>
            <a:r>
              <a:rPr lang="fi-FI" sz="1600" dirty="0">
                <a:latin typeface="+mn-lt"/>
              </a:rPr>
              <a:t>Alla olevat esimerkit tuottavat täysin samanlaisen sovelluksen, kun </a:t>
            </a:r>
            <a:r>
              <a:rPr lang="fi-FI" sz="1600" dirty="0" err="1">
                <a:latin typeface="+mn-lt"/>
              </a:rPr>
              <a:t>notes</a:t>
            </a:r>
            <a:r>
              <a:rPr lang="fi-FI" sz="1600" dirty="0">
                <a:latin typeface="+mn-lt"/>
              </a:rPr>
              <a:t> taulukossa on kolme elementtiä.</a:t>
            </a:r>
            <a:endParaRPr lang="fi-FI" dirty="0"/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9300C3C1-EFD4-266E-70DE-1098E1893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/>
              <a:t>Huonompi tapa</a:t>
            </a:r>
          </a:p>
        </p:txBody>
      </p:sp>
      <p:pic>
        <p:nvPicPr>
          <p:cNvPr id="8" name="Sisällön paikkamerkki 7">
            <a:extLst>
              <a:ext uri="{FF2B5EF4-FFF2-40B4-BE49-F238E27FC236}">
                <a16:creationId xmlns:a16="http://schemas.microsoft.com/office/drawing/2014/main" id="{AA22E770-0372-40A4-2CD0-371DB4FFE1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51843" y="2505075"/>
            <a:ext cx="3133677" cy="3684588"/>
          </a:xfrm>
        </p:spPr>
      </p:pic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B30615FD-AE29-0FDC-D9A8-FDD1AB4A0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i-FI" dirty="0"/>
              <a:t>Parempi tapa</a:t>
            </a:r>
          </a:p>
        </p:txBody>
      </p:sp>
      <p:pic>
        <p:nvPicPr>
          <p:cNvPr id="10" name="Sisällön paikkamerkki 9">
            <a:extLst>
              <a:ext uri="{FF2B5EF4-FFF2-40B4-BE49-F238E27FC236}">
                <a16:creationId xmlns:a16="http://schemas.microsoft.com/office/drawing/2014/main" id="{C02A6E38-D696-B22E-F761-BC87A46D041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124830" y="2505075"/>
            <a:ext cx="3277928" cy="3684588"/>
          </a:xfrm>
        </p:spPr>
      </p:pic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FBFBCB3A-6E30-2EB9-E476-E417FBD1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2847733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7B3146DD-7A0D-B2C8-BC5C-A41E51F5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fi-FI" sz="4000"/>
              <a:t>Key-atribuutti listan elementeillä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37E45ED-0695-B3F2-314A-F856B18B8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 fontScale="92500" lnSpcReduction="20000"/>
          </a:bodyPr>
          <a:lstStyle/>
          <a:p>
            <a:r>
              <a:rPr lang="fi-FI" sz="2000" dirty="0"/>
              <a:t>Edellisen esimerkin koodi toimii, mutta aiheuttaa konsolissa näkyvän </a:t>
            </a:r>
            <a:r>
              <a:rPr lang="fi-FI" sz="2000" dirty="0" err="1"/>
              <a:t>errorin</a:t>
            </a:r>
            <a:endParaRPr lang="fi-FI" sz="2000" dirty="0"/>
          </a:p>
          <a:p>
            <a:r>
              <a:rPr lang="fi-FI" sz="2000" dirty="0" err="1"/>
              <a:t>Reactissa</a:t>
            </a:r>
            <a:r>
              <a:rPr lang="fi-FI" sz="2000" dirty="0"/>
              <a:t> jokaisella listan elementillä täytyy olla uniikki </a:t>
            </a:r>
            <a:r>
              <a:rPr lang="fi-FI" sz="2000" dirty="0" err="1"/>
              <a:t>key</a:t>
            </a:r>
            <a:endParaRPr lang="fi-FI" sz="2000" dirty="0"/>
          </a:p>
          <a:p>
            <a:pPr lvl="1"/>
            <a:r>
              <a:rPr lang="fi-FI" sz="1600" dirty="0"/>
              <a:t>Key-ominaisuutta käytetään päättelemään, mitkä elementit pitää uudelleen </a:t>
            </a:r>
            <a:r>
              <a:rPr lang="fi-FI" sz="1600" dirty="0" err="1"/>
              <a:t>renderöitä</a:t>
            </a:r>
            <a:r>
              <a:rPr lang="fi-FI" sz="1600" dirty="0"/>
              <a:t>, kun tapahtuu muutoksia</a:t>
            </a:r>
          </a:p>
          <a:p>
            <a:r>
              <a:rPr lang="fi-FI" sz="2000" dirty="0"/>
              <a:t>Key tarvitsee määritellä vain, jos elementti renderöidään </a:t>
            </a:r>
            <a:r>
              <a:rPr lang="fi-FI" sz="2000" dirty="0" err="1"/>
              <a:t>map</a:t>
            </a:r>
            <a:r>
              <a:rPr lang="fi-FI" sz="2000" dirty="0"/>
              <a:t>-metodissa tai </a:t>
            </a:r>
            <a:r>
              <a:rPr lang="fi-FI" sz="2000" dirty="0" err="1"/>
              <a:t>muutta</a:t>
            </a:r>
            <a:r>
              <a:rPr lang="fi-FI" sz="2000" dirty="0"/>
              <a:t> silmukassa</a:t>
            </a:r>
          </a:p>
          <a:p>
            <a:r>
              <a:rPr lang="fi-FI" sz="2000" dirty="0"/>
              <a:t>Taulukon jokaiselle elementille kannattaa antaa id, jota käyttää </a:t>
            </a:r>
            <a:r>
              <a:rPr lang="fi-FI" sz="2000" dirty="0" err="1"/>
              <a:t>key:nä</a:t>
            </a:r>
            <a:r>
              <a:rPr lang="fi-FI" sz="2000" dirty="0"/>
              <a:t> lista-elementissä</a:t>
            </a:r>
          </a:p>
          <a:p>
            <a:r>
              <a:rPr lang="fi-FI" sz="2000" dirty="0"/>
              <a:t>Älä koskaan käytä indeksiä </a:t>
            </a:r>
            <a:r>
              <a:rPr lang="fi-FI" sz="2000" dirty="0" err="1"/>
              <a:t>key:nä</a:t>
            </a:r>
            <a:r>
              <a:rPr lang="fi-FI" sz="2000" dirty="0"/>
              <a:t>!</a:t>
            </a:r>
          </a:p>
          <a:p>
            <a:pPr lvl="1"/>
            <a:r>
              <a:rPr lang="fi-FI" sz="1600" dirty="0"/>
              <a:t>Tämä voi aiheuttaa suorituskykyongelmia</a:t>
            </a:r>
          </a:p>
        </p:txBody>
      </p:sp>
      <p:pic>
        <p:nvPicPr>
          <p:cNvPr id="6" name="Kuva 5">
            <a:extLst>
              <a:ext uri="{FF2B5EF4-FFF2-40B4-BE49-F238E27FC236}">
                <a16:creationId xmlns:a16="http://schemas.microsoft.com/office/drawing/2014/main" id="{0E015567-7608-3226-BB18-D574DB08F8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36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35CD9118-C749-820A-C7F8-6A930FC4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3751690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tsikko 6">
            <a:extLst>
              <a:ext uri="{FF2B5EF4-FFF2-40B4-BE49-F238E27FC236}">
                <a16:creationId xmlns:a16="http://schemas.microsoft.com/office/drawing/2014/main" id="{A0D9B085-D334-F0F7-A81F-A9AEC207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Lomakkeet</a:t>
            </a:r>
          </a:p>
        </p:txBody>
      </p:sp>
      <p:sp>
        <p:nvSpPr>
          <p:cNvPr id="8" name="Tekstin paikkamerkki 7">
            <a:extLst>
              <a:ext uri="{FF2B5EF4-FFF2-40B4-BE49-F238E27FC236}">
                <a16:creationId xmlns:a16="http://schemas.microsoft.com/office/drawing/2014/main" id="{283CD99F-0701-017E-4428-163FCDD25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81E66A19-2A6C-4B9A-B47A-57ED9F156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33565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tsikko 4">
            <a:extLst>
              <a:ext uri="{FF2B5EF4-FFF2-40B4-BE49-F238E27FC236}">
                <a16:creationId xmlns:a16="http://schemas.microsoft.com/office/drawing/2014/main" id="{FF22C2CE-52AD-D941-2B5C-A776BBC3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Lomakkeet</a:t>
            </a:r>
            <a:endParaRPr lang="fi-FI" dirty="0"/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6EE62C04-95D2-C2D0-E627-60605C5A95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/>
              <a:t>Kun haluamme </a:t>
            </a:r>
            <a:r>
              <a:rPr lang="fi-FI" dirty="0" err="1"/>
              <a:t>pytää</a:t>
            </a:r>
            <a:r>
              <a:rPr lang="fi-FI" dirty="0"/>
              <a:t> käyttäjältä tietoja esimerkiksi tekstikentän avulla, käytämme HTML-lomakkeita</a:t>
            </a:r>
          </a:p>
          <a:p>
            <a:r>
              <a:rPr lang="fi-FI" dirty="0"/>
              <a:t>HTML-lomake määritellään </a:t>
            </a:r>
            <a:r>
              <a:rPr lang="fi-FI" dirty="0" err="1"/>
              <a:t>form</a:t>
            </a:r>
            <a:r>
              <a:rPr lang="fi-FI" dirty="0"/>
              <a:t>-tageilla ja syötekentät input-tageilla</a:t>
            </a:r>
          </a:p>
          <a:p>
            <a:r>
              <a:rPr lang="fi-FI" dirty="0"/>
              <a:t>Lomakkeelle pitää määritellä myös tapahtumankäsittelijä ”</a:t>
            </a:r>
            <a:r>
              <a:rPr lang="fi-FI" dirty="0" err="1"/>
              <a:t>onSubmit</a:t>
            </a:r>
            <a:r>
              <a:rPr lang="fi-FI" dirty="0"/>
              <a:t>” attribuutilla</a:t>
            </a:r>
          </a:p>
          <a:p>
            <a:r>
              <a:rPr lang="fi-FI" dirty="0"/>
              <a:t>Lomakkeelle lähetystä varten määritellään yleensä nappi, jonka tyypiksi annetaan ”</a:t>
            </a:r>
            <a:r>
              <a:rPr lang="fi-FI" dirty="0" err="1"/>
              <a:t>submit</a:t>
            </a:r>
            <a:r>
              <a:rPr lang="fi-FI" dirty="0"/>
              <a:t>”. Tällöin napin painaminen kutsuu lomakkeen ”</a:t>
            </a:r>
            <a:r>
              <a:rPr lang="fi-FI" dirty="0" err="1"/>
              <a:t>onSubmit</a:t>
            </a:r>
            <a:r>
              <a:rPr lang="fi-FI" dirty="0"/>
              <a:t>”-tapahtuman käsittelijää</a:t>
            </a:r>
          </a:p>
          <a:p>
            <a:endParaRPr lang="fi-FI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D7EFE152-FAD7-0376-373B-6E72E32E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pic>
        <p:nvPicPr>
          <p:cNvPr id="9" name="Kuva 8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CB5D67B6-5AB2-E60B-9A2E-8EA5768BC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55" y="2344284"/>
            <a:ext cx="5019468" cy="216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12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tsikko 4">
            <a:extLst>
              <a:ext uri="{FF2B5EF4-FFF2-40B4-BE49-F238E27FC236}">
                <a16:creationId xmlns:a16="http://schemas.microsoft.com/office/drawing/2014/main" id="{7471EB09-F923-A783-DAE8-BBECFC12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Tapahtumankäsittelijät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C6F3CB29-A1CF-8E15-6065-539C795DC0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i-FI" dirty="0"/>
              <a:t>Lomakkeen tapahtumankäsittelijän alkuun tulee lisätä ”</a:t>
            </a:r>
            <a:r>
              <a:rPr lang="fi-FI" dirty="0" err="1"/>
              <a:t>event.preventDefault</a:t>
            </a:r>
            <a:r>
              <a:rPr lang="fi-FI" dirty="0"/>
              <a:t>()”</a:t>
            </a:r>
          </a:p>
          <a:p>
            <a:pPr lvl="1"/>
            <a:r>
              <a:rPr lang="fi-FI" dirty="0"/>
              <a:t>Tällä estetään lomakkeen lähettämisen oletusarvoinen toiminta, kuten sivun uudelleen lataus</a:t>
            </a:r>
          </a:p>
          <a:p>
            <a:r>
              <a:rPr lang="fi-FI" dirty="0"/>
              <a:t>Jos käyttäjä klikkaa esimerkin ”</a:t>
            </a:r>
            <a:r>
              <a:rPr lang="fi-FI" dirty="0" err="1"/>
              <a:t>save</a:t>
            </a:r>
            <a:r>
              <a:rPr lang="fi-FI" dirty="0"/>
              <a:t>”-nappia, kutsuu sovellus ”</a:t>
            </a:r>
            <a:r>
              <a:rPr lang="fi-FI" dirty="0" err="1"/>
              <a:t>addNote</a:t>
            </a:r>
            <a:r>
              <a:rPr lang="fi-FI" dirty="0"/>
              <a:t>”-funktiota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E783719F-55EB-8252-CEF9-9355F7F5F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pic>
        <p:nvPicPr>
          <p:cNvPr id="11" name="Kuva 10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C93E9359-850E-0C3F-C65F-57EE4DE5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765" y="1870075"/>
            <a:ext cx="4872035" cy="334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5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B83482F-7587-CADF-534F-13EE812D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Käyttäjän syöte eli input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E039F7E-BBCC-DC26-D9F2-97F6E26613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/>
              <a:t>Input-tyyppejä on erilaisia. Yleisimpiä ovat esimerkiksi tekstikentät ja </a:t>
            </a:r>
            <a:r>
              <a:rPr lang="fi-FI" dirty="0" err="1"/>
              <a:t>checkboxit</a:t>
            </a:r>
            <a:endParaRPr lang="fi-FI" dirty="0"/>
          </a:p>
          <a:p>
            <a:r>
              <a:rPr lang="fi-FI" dirty="0"/>
              <a:t>Syötettä varten komponentille pitää määritellä tila</a:t>
            </a:r>
          </a:p>
          <a:p>
            <a:r>
              <a:rPr lang="fi-FI" dirty="0"/>
              <a:t>Tilan arvo määritetään inputin </a:t>
            </a:r>
            <a:r>
              <a:rPr lang="fi-FI" dirty="0" err="1"/>
              <a:t>value</a:t>
            </a:r>
            <a:r>
              <a:rPr lang="fi-FI" dirty="0"/>
              <a:t>-attribuutiksi</a:t>
            </a:r>
          </a:p>
          <a:p>
            <a:r>
              <a:rPr lang="fi-FI" dirty="0"/>
              <a:t>Input tarvitsee myös tapahtuman käsittelijän, joka muuttaa tilan arvoa käyttäjän syötteen mukaisesti</a:t>
            </a:r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1E6F143-0B29-8B97-4799-3E6DEF529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6377781"/>
            <a:ext cx="4114800" cy="365125"/>
          </a:xfrm>
        </p:spPr>
        <p:txBody>
          <a:bodyPr/>
          <a:lstStyle/>
          <a:p>
            <a:r>
              <a:rPr lang="fi-FI" dirty="0"/>
              <a:t>Linn Tähti, Omnia 2026</a:t>
            </a:r>
          </a:p>
        </p:txBody>
      </p:sp>
      <p:pic>
        <p:nvPicPr>
          <p:cNvPr id="7" name="Kuva 6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14177DB4-1F1B-8FD8-D3E8-AF26B277F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951" y="0"/>
            <a:ext cx="5631050" cy="6858000"/>
          </a:xfrm>
          <a:prstGeom prst="rect">
            <a:avLst/>
          </a:prstGeom>
        </p:spPr>
      </p:pic>
      <p:cxnSp>
        <p:nvCxnSpPr>
          <p:cNvPr id="9" name="Suora nuoliyhdysviiva 8">
            <a:extLst>
              <a:ext uri="{FF2B5EF4-FFF2-40B4-BE49-F238E27FC236}">
                <a16:creationId xmlns:a16="http://schemas.microsoft.com/office/drawing/2014/main" id="{4706D726-8666-5C1F-26EF-A60E93604F69}"/>
              </a:ext>
            </a:extLst>
          </p:cNvPr>
          <p:cNvCxnSpPr>
            <a:cxnSpLocks/>
          </p:cNvCxnSpPr>
          <p:nvPr/>
        </p:nvCxnSpPr>
        <p:spPr>
          <a:xfrm flipV="1">
            <a:off x="5486400" y="707571"/>
            <a:ext cx="1306286" cy="23912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uora nuoliyhdysviiva 10">
            <a:extLst>
              <a:ext uri="{FF2B5EF4-FFF2-40B4-BE49-F238E27FC236}">
                <a16:creationId xmlns:a16="http://schemas.microsoft.com/office/drawing/2014/main" id="{EE11F099-A895-0452-34FF-05DC0DA8BEE3}"/>
              </a:ext>
            </a:extLst>
          </p:cNvPr>
          <p:cNvCxnSpPr>
            <a:cxnSpLocks/>
          </p:cNvCxnSpPr>
          <p:nvPr/>
        </p:nvCxnSpPr>
        <p:spPr>
          <a:xfrm>
            <a:off x="4033520" y="4318000"/>
            <a:ext cx="3789680" cy="1643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uora nuoliyhdysviiva 14">
            <a:extLst>
              <a:ext uri="{FF2B5EF4-FFF2-40B4-BE49-F238E27FC236}">
                <a16:creationId xmlns:a16="http://schemas.microsoft.com/office/drawing/2014/main" id="{B94835A7-FFCF-8956-9108-87E961A07FAA}"/>
              </a:ext>
            </a:extLst>
          </p:cNvPr>
          <p:cNvCxnSpPr>
            <a:cxnSpLocks/>
          </p:cNvCxnSpPr>
          <p:nvPr/>
        </p:nvCxnSpPr>
        <p:spPr>
          <a:xfrm flipV="1">
            <a:off x="5486400" y="1903185"/>
            <a:ext cx="1422400" cy="32850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uora nuoliyhdysviiva 16">
            <a:extLst>
              <a:ext uri="{FF2B5EF4-FFF2-40B4-BE49-F238E27FC236}">
                <a16:creationId xmlns:a16="http://schemas.microsoft.com/office/drawing/2014/main" id="{118194C3-E596-A950-6A3B-1379C29789D0}"/>
              </a:ext>
            </a:extLst>
          </p:cNvPr>
          <p:cNvCxnSpPr>
            <a:cxnSpLocks/>
          </p:cNvCxnSpPr>
          <p:nvPr/>
        </p:nvCxnSpPr>
        <p:spPr>
          <a:xfrm flipV="1">
            <a:off x="5453511" y="4836160"/>
            <a:ext cx="2369689" cy="3474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057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BD3D870-4AE6-90C5-B18A-BF95BE7EE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Esimerkki: muistiinpanon lisäys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8C8CF73-3365-BA36-3A85-AF4B2E4F47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/>
              <a:t>Komponentin tila ”</a:t>
            </a:r>
            <a:r>
              <a:rPr lang="fi-FI" dirty="0" err="1"/>
              <a:t>notes</a:t>
            </a:r>
            <a:r>
              <a:rPr lang="fi-FI" dirty="0"/>
              <a:t>” sisältää taulukon muistiinpano olioista</a:t>
            </a:r>
          </a:p>
          <a:p>
            <a:r>
              <a:rPr lang="fi-FI" dirty="0"/>
              <a:t>Kun tilan taulukkoon halutaan lisätä uusi muistiinpano, pitää ensin luoda uusi olio</a:t>
            </a:r>
          </a:p>
          <a:p>
            <a:r>
              <a:rPr lang="fi-FI" dirty="0"/>
              <a:t>Tila päivitetään tekemällä uusi taulukko </a:t>
            </a:r>
            <a:r>
              <a:rPr lang="fi-FI" dirty="0" err="1"/>
              <a:t>concat</a:t>
            </a:r>
            <a:r>
              <a:rPr lang="fi-FI" dirty="0"/>
              <a:t>-metodilla, jossa vanhaan taulukkoon lisätään uusi muistiinpano-olio</a:t>
            </a:r>
          </a:p>
          <a:p>
            <a:r>
              <a:rPr lang="fi-FI" dirty="0"/>
              <a:t>Lopuksi tyhjennetään ”</a:t>
            </a:r>
            <a:r>
              <a:rPr lang="fi-FI" dirty="0" err="1"/>
              <a:t>newNote</a:t>
            </a:r>
            <a:r>
              <a:rPr lang="fi-FI" dirty="0"/>
              <a:t>”-tila, jota käytetään input kentässä</a:t>
            </a:r>
          </a:p>
        </p:txBody>
      </p:sp>
      <p:pic>
        <p:nvPicPr>
          <p:cNvPr id="7" name="Sisällön paikkamerkki 6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A5732DA8-E7D2-55AA-79A5-E5B30D6EDB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83385" y="1690688"/>
            <a:ext cx="5070415" cy="4351338"/>
          </a:xfrm>
          <a:prstGeom prst="rect">
            <a:avLst/>
          </a:prstGeom>
        </p:spPr>
      </p:pic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5384DD8-D366-E0CE-E8F1-6CFFF480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cxnSp>
        <p:nvCxnSpPr>
          <p:cNvPr id="9" name="Suora nuoliyhdysviiva 8">
            <a:extLst>
              <a:ext uri="{FF2B5EF4-FFF2-40B4-BE49-F238E27FC236}">
                <a16:creationId xmlns:a16="http://schemas.microsoft.com/office/drawing/2014/main" id="{F6F3DCFF-0DF5-6691-5827-4AAEE2F9EEAD}"/>
              </a:ext>
            </a:extLst>
          </p:cNvPr>
          <p:cNvCxnSpPr/>
          <p:nvPr/>
        </p:nvCxnSpPr>
        <p:spPr>
          <a:xfrm>
            <a:off x="5682343" y="1992086"/>
            <a:ext cx="1012371" cy="10885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uora nuoliyhdysviiva 9">
            <a:extLst>
              <a:ext uri="{FF2B5EF4-FFF2-40B4-BE49-F238E27FC236}">
                <a16:creationId xmlns:a16="http://schemas.microsoft.com/office/drawing/2014/main" id="{0B0D1B12-C8F6-6005-3AE2-2D0B51C1EFD2}"/>
              </a:ext>
            </a:extLst>
          </p:cNvPr>
          <p:cNvCxnSpPr>
            <a:cxnSpLocks/>
          </p:cNvCxnSpPr>
          <p:nvPr/>
        </p:nvCxnSpPr>
        <p:spPr>
          <a:xfrm>
            <a:off x="5303520" y="3016251"/>
            <a:ext cx="1879600" cy="91566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uora nuoliyhdysviiva 12">
            <a:extLst>
              <a:ext uri="{FF2B5EF4-FFF2-40B4-BE49-F238E27FC236}">
                <a16:creationId xmlns:a16="http://schemas.microsoft.com/office/drawing/2014/main" id="{59178C38-0553-C2B0-B9E8-30B02B7AB84D}"/>
              </a:ext>
            </a:extLst>
          </p:cNvPr>
          <p:cNvCxnSpPr>
            <a:cxnSpLocks/>
          </p:cNvCxnSpPr>
          <p:nvPr/>
        </p:nvCxnSpPr>
        <p:spPr>
          <a:xfrm>
            <a:off x="5608320" y="4111307"/>
            <a:ext cx="1574800" cy="101123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uora nuoliyhdysviiva 16">
            <a:extLst>
              <a:ext uri="{FF2B5EF4-FFF2-40B4-BE49-F238E27FC236}">
                <a16:creationId xmlns:a16="http://schemas.microsoft.com/office/drawing/2014/main" id="{6AA7BC3D-0994-17A8-3AEF-CDE9D718E3AD}"/>
              </a:ext>
            </a:extLst>
          </p:cNvPr>
          <p:cNvCxnSpPr>
            <a:cxnSpLocks/>
          </p:cNvCxnSpPr>
          <p:nvPr/>
        </p:nvCxnSpPr>
        <p:spPr>
          <a:xfrm>
            <a:off x="5760720" y="5436870"/>
            <a:ext cx="1422400" cy="8001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090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6BADF7A-606C-7C04-BC14-71C6E566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JavaScript: ehtorakenteet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08F91D10-38C3-9823-BC88-4B265E8E3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C8397421-D3C4-E0BD-EA1B-8FEAF219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2971287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E1C9135-99B7-F6A1-3449-C73A7D031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Ehto-operaattori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0A9CACA-96EC-9152-E1E3-3C4BF6CC2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/>
              <a:t>JavaScriptissä on tavallisen </a:t>
            </a:r>
            <a:r>
              <a:rPr lang="fi-FI" dirty="0" err="1"/>
              <a:t>if-else</a:t>
            </a:r>
            <a:r>
              <a:rPr lang="fi-FI" dirty="0"/>
              <a:t> rakenteen lisäksi toinenkin tapa määritellä ehdollisia toimintoja</a:t>
            </a:r>
          </a:p>
          <a:p>
            <a:r>
              <a:rPr lang="fi-FI" dirty="0"/>
              <a:t>JavaScriptissä on niin sanottu ehto-operaattori, jota merkitään kysymysmerkillä ? Ja kaksoispisteellä :</a:t>
            </a:r>
          </a:p>
          <a:p>
            <a:r>
              <a:rPr lang="fi-FI" dirty="0"/>
              <a:t>Ehto-operaattori on erityisen hyödyllinen, kun esimerkiksi muuttujan tai funktion palautusarvon </a:t>
            </a:r>
            <a:r>
              <a:rPr lang="fi-FI" dirty="0" err="1"/>
              <a:t>määritelly</a:t>
            </a:r>
            <a:r>
              <a:rPr lang="fi-FI" dirty="0"/>
              <a:t> tehdään ehdollisesti</a:t>
            </a:r>
          </a:p>
          <a:p>
            <a:r>
              <a:rPr lang="fi-FI" dirty="0"/>
              <a:t>Ehto-operaattorin käyttö: </a:t>
            </a:r>
            <a:r>
              <a:rPr lang="fi-FI" i="1" dirty="0"/>
              <a:t>ehto</a:t>
            </a:r>
            <a:r>
              <a:rPr lang="fi-FI" dirty="0"/>
              <a:t> ? </a:t>
            </a:r>
            <a:r>
              <a:rPr lang="fi-FI" i="1" dirty="0"/>
              <a:t>Palautusarvo, kun ehto on tosi </a:t>
            </a:r>
            <a:r>
              <a:rPr lang="fi-FI" dirty="0"/>
              <a:t>: </a:t>
            </a:r>
            <a:r>
              <a:rPr lang="fi-FI" i="1" dirty="0"/>
              <a:t>palautusarvo, kun ehto on epätosi</a:t>
            </a:r>
          </a:p>
          <a:p>
            <a:r>
              <a:rPr lang="fi-FI" dirty="0"/>
              <a:t>Ehto ja palautusarvot voivat olla yksittäisiä muuttujia/arvoja tai pidempiä lausekkeita, aivan kuten muutenkin ohjelmoinnissa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4B4A19EC-1506-7B27-B1A0-8BFEDC20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311075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6B63B33-4A8F-C77E-D2F0-9DF34B65F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Esimerkki </a:t>
            </a:r>
            <a:r>
              <a:rPr lang="fi-FI" dirty="0" err="1"/>
              <a:t>if-else</a:t>
            </a:r>
            <a:r>
              <a:rPr lang="fi-FI" dirty="0"/>
              <a:t> -rakenteen korvaamisesta ehto-operaattorilla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0608B913-6A02-3050-CBAF-64105A1DA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/>
              <a:t>Muuttujan määrittely </a:t>
            </a:r>
            <a:r>
              <a:rPr lang="fi-FI" dirty="0" err="1"/>
              <a:t>if-else</a:t>
            </a:r>
            <a:r>
              <a:rPr lang="fi-FI" dirty="0"/>
              <a:t> -rakenteella</a:t>
            </a:r>
          </a:p>
        </p:txBody>
      </p:sp>
      <p:pic>
        <p:nvPicPr>
          <p:cNvPr id="9" name="Sisällön paikkamerkki 8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CEEF97BE-DEB5-7BB4-23CB-F8A99921C1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2" y="2687638"/>
            <a:ext cx="4967047" cy="2671762"/>
          </a:xfrm>
          <a:prstGeom prst="rect">
            <a:avLst/>
          </a:prstGeom>
        </p:spPr>
      </p:pic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3E69241F-2442-56F6-ED07-883754C4C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i-FI" dirty="0"/>
              <a:t>Muuttujan määrittely ehto-operaattorilla</a:t>
            </a:r>
          </a:p>
        </p:txBody>
      </p:sp>
      <p:pic>
        <p:nvPicPr>
          <p:cNvPr id="11" name="Sisällön paikkamerkki 10" descr="Kuva, joka sisältää kohteen Fontti, kuvakaappaus, teksti&#10;&#10;Tekoälyllä luotu sisältö voi olla virheellistä.">
            <a:extLst>
              <a:ext uri="{FF2B5EF4-FFF2-40B4-BE49-F238E27FC236}">
                <a16:creationId xmlns:a16="http://schemas.microsoft.com/office/drawing/2014/main" id="{9C58D656-17F7-6D12-8E8F-76F68275DB8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6000" y="3821113"/>
            <a:ext cx="5183188" cy="616621"/>
          </a:xfrm>
          <a:prstGeom prst="rect">
            <a:avLst/>
          </a:prstGeom>
        </p:spPr>
      </p:pic>
      <p:sp>
        <p:nvSpPr>
          <p:cNvPr id="7" name="Alatunnisteen paikkamerkki 6">
            <a:extLst>
              <a:ext uri="{FF2B5EF4-FFF2-40B4-BE49-F238E27FC236}">
                <a16:creationId xmlns:a16="http://schemas.microsoft.com/office/drawing/2014/main" id="{FD8BCC10-EE33-C502-F8B4-C32C7B47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645353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D890B43-B8E0-DF3A-1409-6AC9CC38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Esimerkki ehto-operaattorin käytöstä elementin ehdolliseen renderöintiin</a:t>
            </a:r>
            <a:endParaRPr lang="fi-FI" dirty="0"/>
          </a:p>
        </p:txBody>
      </p:sp>
      <p:sp>
        <p:nvSpPr>
          <p:cNvPr id="8" name="Sisällön paikkamerkki 7">
            <a:extLst>
              <a:ext uri="{FF2B5EF4-FFF2-40B4-BE49-F238E27FC236}">
                <a16:creationId xmlns:a16="http://schemas.microsoft.com/office/drawing/2014/main" id="{A63F3C77-95D5-F61E-9048-B0D18413BC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/>
              <a:t>Ehto-operaattoria käytetään usein ehdollisen renderöinnin toteutukseen</a:t>
            </a:r>
          </a:p>
          <a:p>
            <a:r>
              <a:rPr lang="fi-FI"/>
              <a:t>JSX-koodissa JavaScript koodi tulee aina aaltosulkeiden sisään</a:t>
            </a:r>
          </a:p>
          <a:p>
            <a:r>
              <a:rPr lang="fi-FI"/>
              <a:t>Jotta koodi olisi siistiä, kannattaa ehto tallentaa omaan muuttujaansa, jotta JSX-koodin sisään ei tarvitse laittaa pitkiä JavaScript –koodin pätkiä</a:t>
            </a:r>
          </a:p>
          <a:p>
            <a:r>
              <a:rPr lang="fi-FI"/>
              <a:t>Esimerkit tuottavat täysin saman lopputuloksen</a:t>
            </a:r>
            <a:endParaRPr lang="fi-FI" dirty="0"/>
          </a:p>
        </p:txBody>
      </p:sp>
      <p:pic>
        <p:nvPicPr>
          <p:cNvPr id="11" name="Sisällön paikkamerkki 10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942710D4-F560-9916-82C8-5807510DC6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4385" y="1960232"/>
            <a:ext cx="5179415" cy="1860653"/>
          </a:xfrm>
          <a:prstGeom prst="rect">
            <a:avLst/>
          </a:prstGeom>
        </p:spPr>
      </p:pic>
      <p:sp>
        <p:nvSpPr>
          <p:cNvPr id="7" name="Alatunnisteen paikkamerkki 6">
            <a:extLst>
              <a:ext uri="{FF2B5EF4-FFF2-40B4-BE49-F238E27FC236}">
                <a16:creationId xmlns:a16="http://schemas.microsoft.com/office/drawing/2014/main" id="{DE0AE91E-6D48-E4A8-F5FF-4C23A8940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pic>
        <p:nvPicPr>
          <p:cNvPr id="13" name="Kuva 12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4954B3DD-8879-32A7-4C7A-43F379E35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1" y="4000271"/>
            <a:ext cx="5179415" cy="216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364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tsikko 5">
            <a:extLst>
              <a:ext uri="{FF2B5EF4-FFF2-40B4-BE49-F238E27FC236}">
                <a16:creationId xmlns:a16="http://schemas.microsoft.com/office/drawing/2014/main" id="{01405912-4EE7-04C0-94B9-59832D90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Palvelin ja JSON </a:t>
            </a:r>
            <a:r>
              <a:rPr lang="fi-FI" dirty="0" err="1"/>
              <a:t>server</a:t>
            </a:r>
            <a:endParaRPr lang="fi-FI" dirty="0"/>
          </a:p>
        </p:txBody>
      </p:sp>
      <p:sp>
        <p:nvSpPr>
          <p:cNvPr id="7" name="Tekstin paikkamerkki 6">
            <a:extLst>
              <a:ext uri="{FF2B5EF4-FFF2-40B4-BE49-F238E27FC236}">
                <a16:creationId xmlns:a16="http://schemas.microsoft.com/office/drawing/2014/main" id="{485C489F-0B0F-F430-8915-D2F47F6D4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22E5928-8D6E-BE1B-0590-F0525F678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2414337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F2C2180-6EA6-0B4E-5B36-793EA263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Palvelin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C4A3435-0117-E805-F12F-8DCA82FB6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Toistaiseksi tehtävissä on keskitytty pelkkään </a:t>
            </a:r>
            <a:r>
              <a:rPr lang="fi-FI" dirty="0" err="1"/>
              <a:t>frontEndin</a:t>
            </a:r>
            <a:r>
              <a:rPr lang="fi-FI" dirty="0"/>
              <a:t> eli käyttöliittymän ohjelmointiin</a:t>
            </a:r>
          </a:p>
          <a:p>
            <a:r>
              <a:rPr lang="fi-FI" dirty="0"/>
              <a:t>Todellisuudessa haluamme yleensä tallentaa sovelluksen tilan ja muita tietoja jonnekin niin, että ne pysyvät tallessa, kun sivu päivitetään</a:t>
            </a:r>
          </a:p>
          <a:p>
            <a:r>
              <a:rPr lang="fi-FI" dirty="0"/>
              <a:t>Tämä tieto pitää siis tallentaa palvelimelle</a:t>
            </a:r>
          </a:p>
          <a:p>
            <a:r>
              <a:rPr lang="fi-FI" dirty="0"/>
              <a:t>Todellisuudessa tiedot tallennettaisiin tietokantaan, mutta koska haluamme ensin tutustua palvelimen kanssa kommunikointiin, käytämme JSON serveriä, joka tallentaa tiedot </a:t>
            </a:r>
            <a:r>
              <a:rPr lang="fi-FI" dirty="0" err="1"/>
              <a:t>json</a:t>
            </a:r>
            <a:r>
              <a:rPr lang="fi-FI" dirty="0"/>
              <a:t>-tiedostoon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78B1BA05-6CE3-ADAD-7666-DD4E852C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2987943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16DA120-8DE2-91B7-76FD-14F9A767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REST API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8636AEC-BBF1-4881-0E3E-E3AE5C096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API tulee sanoista Application </a:t>
            </a:r>
            <a:r>
              <a:rPr lang="fi-FI" dirty="0" err="1"/>
              <a:t>Progeamming</a:t>
            </a:r>
            <a:r>
              <a:rPr lang="fi-FI" dirty="0"/>
              <a:t> </a:t>
            </a:r>
            <a:r>
              <a:rPr lang="fi-FI" dirty="0" err="1"/>
              <a:t>Interface</a:t>
            </a:r>
            <a:endParaRPr lang="fi-FI" dirty="0"/>
          </a:p>
          <a:p>
            <a:r>
              <a:rPr lang="fi-FI" dirty="0"/>
              <a:t>API on kahden eri ohjelman välinen </a:t>
            </a:r>
            <a:r>
              <a:rPr lang="fi-FI" i="1" dirty="0"/>
              <a:t>rajapinta</a:t>
            </a:r>
            <a:r>
              <a:rPr lang="fi-FI" dirty="0"/>
              <a:t>, jonka avulla ne pystyvät kommunikoimaan</a:t>
            </a:r>
          </a:p>
          <a:p>
            <a:r>
              <a:rPr lang="fi-FI" dirty="0"/>
              <a:t>REST API tulee sanoista </a:t>
            </a:r>
            <a:r>
              <a:rPr lang="fi-FI" dirty="0" err="1"/>
              <a:t>Representational</a:t>
            </a:r>
            <a:r>
              <a:rPr lang="fi-FI" dirty="0"/>
              <a:t> State </a:t>
            </a:r>
            <a:r>
              <a:rPr lang="fi-FI" dirty="0" err="1"/>
              <a:t>Transfer</a:t>
            </a:r>
            <a:r>
              <a:rPr lang="fi-FI" dirty="0"/>
              <a:t> API</a:t>
            </a:r>
          </a:p>
          <a:p>
            <a:r>
              <a:rPr lang="fi-FI" dirty="0"/>
              <a:t>REST API on yleisesti web-sovelluksissa käytetty API-tyyppi</a:t>
            </a:r>
          </a:p>
          <a:p>
            <a:r>
              <a:rPr lang="fi-FI" dirty="0"/>
              <a:t>REST </a:t>
            </a:r>
            <a:r>
              <a:rPr lang="fi-FI" dirty="0" err="1"/>
              <a:t>APIt</a:t>
            </a:r>
            <a:r>
              <a:rPr lang="fi-FI" dirty="0"/>
              <a:t> käsittelevät HTTP-pyyntöjä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CEA71E64-EEFC-20C6-F22D-77EDB624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3407128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59B2367-79E5-3B32-917A-58AB94760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JSON Server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7B75C31-BBD9-37A9-85AE-6CF68D41E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JSON Server on työkalu, jolla voidaan tehdä ”feikki REST API”</a:t>
            </a:r>
          </a:p>
          <a:p>
            <a:r>
              <a:rPr lang="fi-FI" dirty="0"/>
              <a:t>JSON Serveriä voidaan toteuttaa palvelin ilman, että tarvitsee ohjelmoida itse mitään, se toimii siis apuvälineenä, kun sovellusta vasta ruvetaan kehittämään</a:t>
            </a:r>
          </a:p>
          <a:p>
            <a:r>
              <a:rPr lang="fi-FI" dirty="0"/>
              <a:t>JSON Server tallentaa sovelluksen tiedot JSON-tiedostoon, joka tallennetaan </a:t>
            </a:r>
            <a:r>
              <a:rPr lang="fi-FI" dirty="0" err="1"/>
              <a:t>React</a:t>
            </a:r>
            <a:r>
              <a:rPr lang="fi-FI" dirty="0"/>
              <a:t>-projektin juurihakemistoon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51F03415-C89E-118A-49B2-ED1EDC2C2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883981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9347F41-7F92-E052-622F-4209634F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JSON Serverin käyttöönotto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923D5DC-B8B0-19A7-E763-B1F74D229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i-FI" dirty="0"/>
              <a:t>lisää projektin juurihakemistoon tiedosto </a:t>
            </a:r>
            <a:r>
              <a:rPr lang="fi-FI" i="1" dirty="0" err="1"/>
              <a:t>db.json</a:t>
            </a:r>
            <a:endParaRPr lang="fi-FI" i="1" dirty="0"/>
          </a:p>
          <a:p>
            <a:pPr lvl="1"/>
            <a:r>
              <a:rPr lang="fi-FI" dirty="0"/>
              <a:t>Voit lisätä tiedostoon </a:t>
            </a:r>
            <a:r>
              <a:rPr lang="fi-FI" dirty="0" err="1"/>
              <a:t>json</a:t>
            </a:r>
            <a:r>
              <a:rPr lang="fi-FI" dirty="0"/>
              <a:t>-muotoista dataa</a:t>
            </a:r>
          </a:p>
          <a:p>
            <a:pPr marL="457200" indent="-457200">
              <a:buFont typeface="+mj-lt"/>
              <a:buAutoNum type="arabicPeriod"/>
            </a:pPr>
            <a:r>
              <a:rPr lang="fi-FI" dirty="0"/>
              <a:t>Suorita komento </a:t>
            </a:r>
            <a:r>
              <a:rPr lang="fi-FI" i="1" dirty="0" err="1"/>
              <a:t>npm</a:t>
            </a:r>
            <a:r>
              <a:rPr lang="fi-FI" i="1" dirty="0"/>
              <a:t> </a:t>
            </a:r>
            <a:r>
              <a:rPr lang="fi-FI" i="1" dirty="0" err="1"/>
              <a:t>install</a:t>
            </a:r>
            <a:r>
              <a:rPr lang="fi-FI" i="1" dirty="0"/>
              <a:t> </a:t>
            </a:r>
            <a:r>
              <a:rPr lang="fi-FI" i="1" dirty="0" err="1"/>
              <a:t>json-server</a:t>
            </a:r>
            <a:r>
              <a:rPr lang="fi-FI" i="1" dirty="0"/>
              <a:t> --</a:t>
            </a:r>
            <a:r>
              <a:rPr lang="fi-FI" i="1" dirty="0" err="1"/>
              <a:t>save-dev</a:t>
            </a:r>
            <a:r>
              <a:rPr lang="fi-FI" i="1" dirty="0"/>
              <a:t> </a:t>
            </a:r>
            <a:endParaRPr lang="fi-FI" dirty="0"/>
          </a:p>
          <a:p>
            <a:pPr marL="457200" indent="-457200">
              <a:buFont typeface="+mj-lt"/>
              <a:buAutoNum type="arabicPeriod"/>
            </a:pPr>
            <a:r>
              <a:rPr lang="fi-FI" dirty="0"/>
              <a:t>Lisää </a:t>
            </a:r>
            <a:r>
              <a:rPr lang="fi-FI" dirty="0" err="1"/>
              <a:t>package.json</a:t>
            </a:r>
            <a:r>
              <a:rPr lang="fi-FI" dirty="0"/>
              <a:t> tiedoston ”</a:t>
            </a:r>
            <a:r>
              <a:rPr lang="fi-FI" dirty="0" err="1"/>
              <a:t>scripts</a:t>
            </a:r>
            <a:r>
              <a:rPr lang="fi-FI" dirty="0"/>
              <a:t>”-lohkoon uusi rivi: </a:t>
            </a:r>
            <a:r>
              <a:rPr lang="fi-FI" i="1" dirty="0"/>
              <a:t>"</a:t>
            </a:r>
            <a:r>
              <a:rPr lang="fi-FI" i="1" dirty="0" err="1"/>
              <a:t>server</a:t>
            </a:r>
            <a:r>
              <a:rPr lang="fi-FI" i="1" dirty="0"/>
              <a:t>": "</a:t>
            </a:r>
            <a:r>
              <a:rPr lang="fi-FI" i="1" dirty="0" err="1"/>
              <a:t>json-server</a:t>
            </a:r>
            <a:r>
              <a:rPr lang="fi-FI" i="1" dirty="0"/>
              <a:t> -p 3001 </a:t>
            </a:r>
            <a:r>
              <a:rPr lang="fi-FI" i="1" dirty="0" err="1"/>
              <a:t>db.json</a:t>
            </a:r>
            <a:r>
              <a:rPr lang="fi-FI" i="1" dirty="0"/>
              <a:t>”</a:t>
            </a:r>
          </a:p>
          <a:p>
            <a:pPr marL="457200" indent="-457200">
              <a:buFont typeface="+mj-lt"/>
              <a:buAutoNum type="arabicPeriod"/>
            </a:pPr>
            <a:r>
              <a:rPr lang="fi-FI" dirty="0"/>
              <a:t>Voit nyt käynnistää palvelimen komennolla </a:t>
            </a:r>
            <a:r>
              <a:rPr lang="fi-FI" i="1" dirty="0" err="1"/>
              <a:t>npm</a:t>
            </a:r>
            <a:r>
              <a:rPr lang="fi-FI" i="1" dirty="0"/>
              <a:t> </a:t>
            </a:r>
            <a:r>
              <a:rPr lang="fi-FI" i="1" dirty="0" err="1"/>
              <a:t>run</a:t>
            </a:r>
            <a:r>
              <a:rPr lang="fi-FI" i="1" dirty="0"/>
              <a:t> </a:t>
            </a:r>
            <a:r>
              <a:rPr lang="fi-FI" i="1" dirty="0" err="1"/>
              <a:t>server</a:t>
            </a:r>
            <a:endParaRPr lang="fi-FI" i="1" dirty="0"/>
          </a:p>
          <a:p>
            <a:pPr marL="457200" indent="-457200">
              <a:buFont typeface="+mj-lt"/>
              <a:buAutoNum type="arabicPeriod"/>
            </a:pPr>
            <a:r>
              <a:rPr lang="fi-FI" dirty="0"/>
              <a:t>Palvelin löytyy nyt osoitteesta  </a:t>
            </a:r>
            <a:r>
              <a:rPr lang="fi-FI" dirty="0">
                <a:hlinkClick r:id="rId2"/>
              </a:rPr>
              <a:t>http://localhost:3001/</a:t>
            </a:r>
            <a:endParaRPr lang="fi-FI" dirty="0"/>
          </a:p>
          <a:p>
            <a:pPr marL="914400" lvl="1" indent="-457200">
              <a:buFont typeface="+mj-lt"/>
              <a:buAutoNum type="arabicPeriod"/>
            </a:pPr>
            <a:endParaRPr lang="fi-FI" i="1" dirty="0"/>
          </a:p>
          <a:p>
            <a:pPr marL="0" indent="0">
              <a:buNone/>
            </a:pPr>
            <a:endParaRPr lang="fi-FI" dirty="0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2BE3900D-1CD0-8C90-4B35-8852DABB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552721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F477C84-9297-6E4C-6CD8-6825F477F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Palvelimen kanssa kommunikointi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F705BAEF-5A7C-F5C1-EC40-128406EF8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AD6B08C2-400C-4122-5921-ECE0F2486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210038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EB36E79-7F31-DA05-F9C5-A9D44567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Kaavio web-sovelluksen toiminnasta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1486E054-4A92-2D23-E7D5-E386B24F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pic>
        <p:nvPicPr>
          <p:cNvPr id="1026" name="Picture 2" descr="fullstack content">
            <a:extLst>
              <a:ext uri="{FF2B5EF4-FFF2-40B4-BE49-F238E27FC236}">
                <a16:creationId xmlns:a16="http://schemas.microsoft.com/office/drawing/2014/main" id="{62EBEA3B-FF45-5231-954F-90166AE694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357" y="1913164"/>
            <a:ext cx="638728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072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9F05088-7F94-C43D-F1BB-DE6520D0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Axios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73227BF-7197-853E-72D4-DAE1B634F4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err="1"/>
              <a:t>Axios</a:t>
            </a:r>
            <a:r>
              <a:rPr lang="fi-FI" dirty="0"/>
              <a:t> on kirjasto, jonka avulla </a:t>
            </a:r>
            <a:r>
              <a:rPr lang="fi-FI" dirty="0" err="1"/>
              <a:t>frontEndistä</a:t>
            </a:r>
            <a:r>
              <a:rPr lang="fi-FI" dirty="0"/>
              <a:t> voidaan lähettää HTTP-pyyntöjä </a:t>
            </a:r>
            <a:r>
              <a:rPr lang="fi-FI" dirty="0" err="1"/>
              <a:t>API:lle</a:t>
            </a:r>
            <a:endParaRPr lang="fi-FI" dirty="0"/>
          </a:p>
          <a:p>
            <a:r>
              <a:rPr lang="fi-FI" dirty="0"/>
              <a:t>Voit asentaa </a:t>
            </a:r>
            <a:r>
              <a:rPr lang="fi-FI" dirty="0" err="1"/>
              <a:t>axiosin</a:t>
            </a:r>
            <a:r>
              <a:rPr lang="fi-FI" dirty="0"/>
              <a:t> </a:t>
            </a:r>
            <a:r>
              <a:rPr lang="fi-FI" dirty="0" err="1"/>
              <a:t>React</a:t>
            </a:r>
            <a:r>
              <a:rPr lang="fi-FI" dirty="0"/>
              <a:t> projektiisi komennolla </a:t>
            </a:r>
            <a:r>
              <a:rPr lang="fi-FI" i="1" dirty="0" err="1"/>
              <a:t>npm</a:t>
            </a:r>
            <a:r>
              <a:rPr lang="fi-FI" i="1" dirty="0"/>
              <a:t> i </a:t>
            </a:r>
            <a:r>
              <a:rPr lang="fi-FI" i="1" dirty="0" err="1"/>
              <a:t>axios</a:t>
            </a:r>
            <a:endParaRPr lang="fi-FI" i="1" dirty="0"/>
          </a:p>
          <a:p>
            <a:r>
              <a:rPr lang="fi-FI" dirty="0" err="1"/>
              <a:t>Axios</a:t>
            </a:r>
            <a:r>
              <a:rPr lang="fi-FI" dirty="0"/>
              <a:t> sisältää mm. metodit </a:t>
            </a:r>
            <a:r>
              <a:rPr lang="fi-FI" dirty="0" err="1"/>
              <a:t>get</a:t>
            </a:r>
            <a:r>
              <a:rPr lang="fi-FI" dirty="0"/>
              <a:t>, </a:t>
            </a:r>
            <a:r>
              <a:rPr lang="fi-FI" dirty="0" err="1"/>
              <a:t>put</a:t>
            </a:r>
            <a:r>
              <a:rPr lang="fi-FI" dirty="0"/>
              <a:t>, </a:t>
            </a:r>
            <a:r>
              <a:rPr lang="fi-FI" dirty="0" err="1"/>
              <a:t>post</a:t>
            </a:r>
            <a:r>
              <a:rPr lang="fi-FI" dirty="0"/>
              <a:t>, </a:t>
            </a:r>
            <a:r>
              <a:rPr lang="fi-FI" dirty="0" err="1"/>
              <a:t>delete</a:t>
            </a:r>
            <a:r>
              <a:rPr lang="fi-FI" dirty="0"/>
              <a:t>, jotka vastaavat HTTP-pyyntöjen tyyppejä GET, PUT, POST ja DELETE</a:t>
            </a:r>
          </a:p>
          <a:p>
            <a:r>
              <a:rPr lang="fi-FI" dirty="0" err="1"/>
              <a:t>Axios</a:t>
            </a:r>
            <a:r>
              <a:rPr lang="fi-FI" dirty="0"/>
              <a:t> lähettää HTTP-pyynnön parametrina annettuun osoitteeseen</a:t>
            </a:r>
          </a:p>
          <a:p>
            <a:endParaRPr lang="fi-FI" dirty="0"/>
          </a:p>
        </p:txBody>
      </p:sp>
      <p:pic>
        <p:nvPicPr>
          <p:cNvPr id="7" name="Sisällön paikkamerkki 6" descr="Kuva, joka sisältää kohteen teksti, Fontti, kuvakaappaus, Grafiikka&#10;&#10;Tekoälyllä luotu sisältö voi olla virheellistä.">
            <a:extLst>
              <a:ext uri="{FF2B5EF4-FFF2-40B4-BE49-F238E27FC236}">
                <a16:creationId xmlns:a16="http://schemas.microsoft.com/office/drawing/2014/main" id="{BF6BD3C4-3458-1BB7-E58F-2E07C0DDA4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891045"/>
            <a:ext cx="5553432" cy="1075909"/>
          </a:xfrm>
          <a:prstGeom prst="rect">
            <a:avLst/>
          </a:prstGeom>
        </p:spPr>
      </p:pic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FE323295-4AB2-6AA4-D3C7-5D7B302D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1387338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D51F0EE-EC57-40EB-F47B-94EDB25E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Promiset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A9C784E-00CB-74C5-5A32-5F366CB04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Axiosin</a:t>
            </a:r>
            <a:r>
              <a:rPr lang="fi-FI" dirty="0"/>
              <a:t> metodit palauttavat aina </a:t>
            </a:r>
            <a:r>
              <a:rPr lang="fi-FI" dirty="0" err="1"/>
              <a:t>promisen</a:t>
            </a:r>
            <a:endParaRPr lang="fi-FI" dirty="0"/>
          </a:p>
          <a:p>
            <a:r>
              <a:rPr lang="fi-FI" dirty="0" err="1"/>
              <a:t>Promise</a:t>
            </a:r>
            <a:r>
              <a:rPr lang="fi-FI" dirty="0"/>
              <a:t> edustaa </a:t>
            </a:r>
            <a:r>
              <a:rPr lang="fi-FI" i="1" dirty="0"/>
              <a:t>asynkronista</a:t>
            </a:r>
            <a:r>
              <a:rPr lang="fi-FI" dirty="0"/>
              <a:t> operaatiota</a:t>
            </a:r>
          </a:p>
          <a:p>
            <a:r>
              <a:rPr lang="fi-FI" dirty="0" err="1"/>
              <a:t>Promise</a:t>
            </a:r>
            <a:r>
              <a:rPr lang="fi-FI" dirty="0"/>
              <a:t> sisältää tiedon siitä, onko operaatio kesken ja onko se onnistunut</a:t>
            </a:r>
          </a:p>
          <a:p>
            <a:r>
              <a:rPr lang="fi-FI" dirty="0" err="1"/>
              <a:t>Promise</a:t>
            </a:r>
            <a:r>
              <a:rPr lang="fi-FI" dirty="0"/>
              <a:t> sisältää myös operaation palautusarvon</a:t>
            </a:r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441A7E8-E53D-41EB-BAF3-103B1C8E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1455401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8A9E968-C419-C162-9811-E4FFD91A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Promisejen</a:t>
            </a:r>
            <a:r>
              <a:rPr lang="fi-FI" dirty="0"/>
              <a:t> käyttö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472471A-D4E9-4CF9-13A1-208A8BEFF8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 err="1"/>
              <a:t>Promisen</a:t>
            </a:r>
            <a:r>
              <a:rPr lang="fi-FI" dirty="0"/>
              <a:t> operaation tietoihin päästään käsiksi </a:t>
            </a:r>
            <a:r>
              <a:rPr lang="fi-FI" dirty="0" err="1"/>
              <a:t>then</a:t>
            </a:r>
            <a:r>
              <a:rPr lang="fi-FI" dirty="0"/>
              <a:t>-metodilla</a:t>
            </a:r>
          </a:p>
          <a:p>
            <a:r>
              <a:rPr lang="fi-FI" dirty="0" err="1"/>
              <a:t>Then</a:t>
            </a:r>
            <a:r>
              <a:rPr lang="fi-FI" dirty="0"/>
              <a:t>-metodin parametrina annettu nuolifunktio suoritetaan vasta, kun </a:t>
            </a:r>
            <a:r>
              <a:rPr lang="fi-FI" dirty="0" err="1"/>
              <a:t>promisen</a:t>
            </a:r>
            <a:r>
              <a:rPr lang="fi-FI" dirty="0"/>
              <a:t> operaatio on valmistunut onnistuneesti</a:t>
            </a:r>
          </a:p>
          <a:p>
            <a:r>
              <a:rPr lang="fi-FI" dirty="0"/>
              <a:t>Nuolifunktiolle annetaan parametri </a:t>
            </a:r>
            <a:r>
              <a:rPr lang="fi-FI" dirty="0" err="1"/>
              <a:t>response</a:t>
            </a:r>
            <a:r>
              <a:rPr lang="fi-FI" dirty="0"/>
              <a:t>, joka sisältää operaatioon liittyvät tiedot</a:t>
            </a:r>
          </a:p>
          <a:p>
            <a:r>
              <a:rPr lang="fi-FI" dirty="0"/>
              <a:t>Operaation palautusarvo löytyy </a:t>
            </a:r>
            <a:r>
              <a:rPr lang="fi-FI" dirty="0" err="1"/>
              <a:t>response</a:t>
            </a:r>
            <a:r>
              <a:rPr lang="fi-FI" dirty="0"/>
              <a:t> olion kentästä data</a:t>
            </a:r>
          </a:p>
          <a:p>
            <a:r>
              <a:rPr lang="fi-FI" dirty="0"/>
              <a:t>Opimme myöhemmin myös toisen tavan käsitellä </a:t>
            </a:r>
            <a:r>
              <a:rPr lang="fi-FI" dirty="0" err="1"/>
              <a:t>promiseja</a:t>
            </a:r>
            <a:r>
              <a:rPr lang="fi-FI" dirty="0"/>
              <a:t> käyttäen </a:t>
            </a:r>
            <a:r>
              <a:rPr lang="fi-FI" dirty="0" err="1"/>
              <a:t>async</a:t>
            </a:r>
            <a:r>
              <a:rPr lang="fi-FI" dirty="0"/>
              <a:t>/</a:t>
            </a:r>
            <a:r>
              <a:rPr lang="fi-FI" dirty="0" err="1"/>
              <a:t>await</a:t>
            </a:r>
            <a:r>
              <a:rPr lang="fi-FI" dirty="0"/>
              <a:t> -rakennetta</a:t>
            </a:r>
          </a:p>
        </p:txBody>
      </p:sp>
      <p:pic>
        <p:nvPicPr>
          <p:cNvPr id="7" name="Sisällön paikkamerkki 6" descr="Kuva, joka sisältää kohteen teksti, Fontti, kuvakaappaus, viiva&#10;&#10;Tekoälyllä luotu sisältö voi olla virheellistä.">
            <a:extLst>
              <a:ext uri="{FF2B5EF4-FFF2-40B4-BE49-F238E27FC236}">
                <a16:creationId xmlns:a16="http://schemas.microsoft.com/office/drawing/2014/main" id="{5E4B7D6D-4E1A-8407-A784-DC577BE864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3100598"/>
            <a:ext cx="5226112" cy="966010"/>
          </a:xfrm>
          <a:prstGeom prst="rect">
            <a:avLst/>
          </a:prstGeom>
        </p:spPr>
      </p:pic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54461FA-C37F-E35A-3E93-3B3231814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2949270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A5E3DA0-A8C2-C921-1177-80811EED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Effect</a:t>
            </a:r>
            <a:r>
              <a:rPr lang="fi-FI" dirty="0"/>
              <a:t> -</a:t>
            </a:r>
            <a:r>
              <a:rPr lang="fi-FI" dirty="0" err="1"/>
              <a:t>hook</a:t>
            </a:r>
            <a:r>
              <a:rPr lang="fi-FI" dirty="0"/>
              <a:t> ja </a:t>
            </a:r>
            <a:r>
              <a:rPr lang="fi-FI" dirty="0" err="1"/>
              <a:t>useEffect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DBE8ADB-2388-A15F-E1BC-9ECD64F2E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Effect</a:t>
            </a:r>
            <a:r>
              <a:rPr lang="fi-FI" dirty="0"/>
              <a:t> –</a:t>
            </a:r>
            <a:r>
              <a:rPr lang="fi-FI" dirty="0" err="1"/>
              <a:t>hookia</a:t>
            </a:r>
            <a:r>
              <a:rPr lang="fi-FI" dirty="0"/>
              <a:t> käytetään silloin, kun halutaan määritellä ns. sivuefektejä</a:t>
            </a:r>
          </a:p>
          <a:p>
            <a:pPr lvl="1"/>
            <a:r>
              <a:rPr lang="fi-FI" dirty="0"/>
              <a:t>Tämä tarkoittaa sitä, että tietyn muutoksen jälkeen suoritetaan aina jokin muu koodi</a:t>
            </a:r>
          </a:p>
          <a:p>
            <a:r>
              <a:rPr lang="fi-FI" dirty="0" err="1"/>
              <a:t>Effect</a:t>
            </a:r>
            <a:r>
              <a:rPr lang="fi-FI" dirty="0"/>
              <a:t> –</a:t>
            </a:r>
            <a:r>
              <a:rPr lang="fi-FI" dirty="0" err="1"/>
              <a:t>hook</a:t>
            </a:r>
            <a:r>
              <a:rPr lang="fi-FI" dirty="0"/>
              <a:t> on hyödyllinen esimerkiksi tiedon hakemiseen palvelimelta, jotta voidaan välttää ylimääräiset palvelin pyynnöt</a:t>
            </a:r>
          </a:p>
          <a:p>
            <a:r>
              <a:rPr lang="fi-FI" dirty="0" err="1"/>
              <a:t>Reactissa</a:t>
            </a:r>
            <a:r>
              <a:rPr lang="fi-FI" dirty="0"/>
              <a:t> </a:t>
            </a:r>
            <a:r>
              <a:rPr lang="fi-FI" dirty="0" err="1"/>
              <a:t>effect</a:t>
            </a:r>
            <a:r>
              <a:rPr lang="fi-FI" dirty="0"/>
              <a:t> –</a:t>
            </a:r>
            <a:r>
              <a:rPr lang="fi-FI" dirty="0" err="1"/>
              <a:t>hook</a:t>
            </a:r>
            <a:r>
              <a:rPr lang="fi-FI" dirty="0"/>
              <a:t> määritellään </a:t>
            </a:r>
            <a:r>
              <a:rPr lang="fi-FI" dirty="0" err="1"/>
              <a:t>useEffect</a:t>
            </a:r>
            <a:r>
              <a:rPr lang="fi-FI" dirty="0"/>
              <a:t> –funktiolla</a:t>
            </a:r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684C343-A38B-317B-7C33-663ADDA09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15640915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BA7902A-73A6-6CAA-7F16-D6935B61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useEffect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0B91E91-C058-064E-C0F3-6112CC5AC4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err="1"/>
              <a:t>useEffect</a:t>
            </a:r>
            <a:r>
              <a:rPr lang="fi-FI" dirty="0"/>
              <a:t> ottaa kaksi argumenttia: nuolifunktion ja taulukon</a:t>
            </a:r>
          </a:p>
          <a:p>
            <a:r>
              <a:rPr lang="fi-FI" dirty="0"/>
              <a:t>Nuolifunktio määrittelee, mitä tapahtuu, kun jokin riippuvuuksista muuttuu</a:t>
            </a:r>
          </a:p>
          <a:p>
            <a:r>
              <a:rPr lang="fi-FI" dirty="0"/>
              <a:t>Taulukko määrittelee riippuvuudet. Jos taulukko on tyhjä, suoritetaan nuolifunktio aina, kun komponentti renderöidään uudelleen.</a:t>
            </a:r>
          </a:p>
          <a:p>
            <a:r>
              <a:rPr lang="fi-FI" dirty="0"/>
              <a:t>Esimerkissä palvelimelle lähetetään </a:t>
            </a:r>
            <a:r>
              <a:rPr lang="fi-FI" dirty="0" err="1"/>
              <a:t>get</a:t>
            </a:r>
            <a:r>
              <a:rPr lang="fi-FI" dirty="0"/>
              <a:t>-pyyntö aina, kun komponentti renderöidään uudelleen</a:t>
            </a:r>
          </a:p>
        </p:txBody>
      </p:sp>
      <p:pic>
        <p:nvPicPr>
          <p:cNvPr id="7" name="Sisällön paikkamerkki 6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2154E6E7-E50A-A182-540A-FDFC275764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3944" y="2242457"/>
            <a:ext cx="5179856" cy="3518857"/>
          </a:xfrm>
          <a:prstGeom prst="rect">
            <a:avLst/>
          </a:prstGeom>
        </p:spPr>
      </p:pic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6B6DCD9-5A5C-991A-AB68-EDF0C1CB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pic>
        <p:nvPicPr>
          <p:cNvPr id="12" name="Kuva 11">
            <a:extLst>
              <a:ext uri="{FF2B5EF4-FFF2-40B4-BE49-F238E27FC236}">
                <a16:creationId xmlns:a16="http://schemas.microsoft.com/office/drawing/2014/main" id="{6B6CC686-6D9A-868C-D69D-1997E109C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1647421"/>
            <a:ext cx="3434080" cy="500561"/>
          </a:xfrm>
          <a:prstGeom prst="rect">
            <a:avLst/>
          </a:prstGeom>
        </p:spPr>
      </p:pic>
      <p:cxnSp>
        <p:nvCxnSpPr>
          <p:cNvPr id="13" name="Suora nuoliyhdysviiva 12">
            <a:extLst>
              <a:ext uri="{FF2B5EF4-FFF2-40B4-BE49-F238E27FC236}">
                <a16:creationId xmlns:a16="http://schemas.microsoft.com/office/drawing/2014/main" id="{9A2EB199-23CF-82C3-1F1C-8AAB672AEC76}"/>
              </a:ext>
            </a:extLst>
          </p:cNvPr>
          <p:cNvCxnSpPr>
            <a:cxnSpLocks/>
          </p:cNvCxnSpPr>
          <p:nvPr/>
        </p:nvCxnSpPr>
        <p:spPr>
          <a:xfrm flipH="1">
            <a:off x="8676640" y="1350964"/>
            <a:ext cx="1310640" cy="3725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uora nuoliyhdysviiva 17">
            <a:extLst>
              <a:ext uri="{FF2B5EF4-FFF2-40B4-BE49-F238E27FC236}">
                <a16:creationId xmlns:a16="http://schemas.microsoft.com/office/drawing/2014/main" id="{8C6A73A0-AC5D-AA1C-E0D5-65724F6346D9}"/>
              </a:ext>
            </a:extLst>
          </p:cNvPr>
          <p:cNvCxnSpPr>
            <a:cxnSpLocks/>
          </p:cNvCxnSpPr>
          <p:nvPr/>
        </p:nvCxnSpPr>
        <p:spPr>
          <a:xfrm>
            <a:off x="7731760" y="1298872"/>
            <a:ext cx="0" cy="31567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kstiruutu 25">
            <a:extLst>
              <a:ext uri="{FF2B5EF4-FFF2-40B4-BE49-F238E27FC236}">
                <a16:creationId xmlns:a16="http://schemas.microsoft.com/office/drawing/2014/main" id="{CB969265-9A43-ABF8-DA4E-113AAE119F55}"/>
              </a:ext>
            </a:extLst>
          </p:cNvPr>
          <p:cNvSpPr txBox="1"/>
          <p:nvPr/>
        </p:nvSpPr>
        <p:spPr>
          <a:xfrm>
            <a:off x="7028939" y="926621"/>
            <a:ext cx="1405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Nuolifunktio</a:t>
            </a:r>
          </a:p>
        </p:txBody>
      </p:sp>
      <p:sp>
        <p:nvSpPr>
          <p:cNvPr id="27" name="Tekstiruutu 26">
            <a:extLst>
              <a:ext uri="{FF2B5EF4-FFF2-40B4-BE49-F238E27FC236}">
                <a16:creationId xmlns:a16="http://schemas.microsoft.com/office/drawing/2014/main" id="{699E6F3F-7575-1A6E-0040-682F9B3553AA}"/>
              </a:ext>
            </a:extLst>
          </p:cNvPr>
          <p:cNvSpPr txBox="1"/>
          <p:nvPr/>
        </p:nvSpPr>
        <p:spPr>
          <a:xfrm>
            <a:off x="9606282" y="981632"/>
            <a:ext cx="2477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Taulukko riippuvuuksista</a:t>
            </a:r>
          </a:p>
        </p:txBody>
      </p:sp>
    </p:spTree>
    <p:extLst>
      <p:ext uri="{BB962C8B-B14F-4D97-AF65-F5344CB8AC3E}">
        <p14:creationId xmlns:p14="http://schemas.microsoft.com/office/powerpoint/2010/main" val="3911435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87A4684-D543-9F57-B516-F1EFC2EA6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Palvelimella olevan datan hakeminen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9CAFD0C-C5E6-05FA-5373-C9FDBDED5C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/>
              <a:t>Haluamme välttää ylimääräisiä palvelupyyntöjä ja erityisesti datan hakeminen kannattaa tehdä vain tarvittaessa. Siksi käytetään </a:t>
            </a:r>
            <a:r>
              <a:rPr lang="fi-FI" dirty="0" err="1"/>
              <a:t>useEffect</a:t>
            </a:r>
            <a:r>
              <a:rPr lang="fi-FI" dirty="0"/>
              <a:t>-funktiota</a:t>
            </a:r>
          </a:p>
          <a:p>
            <a:r>
              <a:rPr lang="fi-FI" dirty="0"/>
              <a:t>Haku onnistuu </a:t>
            </a:r>
            <a:r>
              <a:rPr lang="fi-FI" dirty="0" err="1"/>
              <a:t>axiosin</a:t>
            </a:r>
            <a:r>
              <a:rPr lang="fi-FI" dirty="0"/>
              <a:t> </a:t>
            </a:r>
            <a:r>
              <a:rPr lang="fi-FI" dirty="0" err="1"/>
              <a:t>get</a:t>
            </a:r>
            <a:r>
              <a:rPr lang="fi-FI" dirty="0"/>
              <a:t>-metodilla</a:t>
            </a:r>
          </a:p>
          <a:p>
            <a:r>
              <a:rPr lang="fi-FI" dirty="0" err="1"/>
              <a:t>Get</a:t>
            </a:r>
            <a:r>
              <a:rPr lang="fi-FI" dirty="0"/>
              <a:t>-metodi palauttaa </a:t>
            </a:r>
            <a:r>
              <a:rPr lang="fi-FI" dirty="0" err="1"/>
              <a:t>promisen</a:t>
            </a:r>
            <a:r>
              <a:rPr lang="fi-FI" dirty="0"/>
              <a:t>, joten hakupyynnön palautusarvo saadaan </a:t>
            </a:r>
            <a:r>
              <a:rPr lang="fi-FI" dirty="0" err="1"/>
              <a:t>then</a:t>
            </a:r>
            <a:r>
              <a:rPr lang="fi-FI" dirty="0"/>
              <a:t>-lohkossa </a:t>
            </a:r>
            <a:r>
              <a:rPr lang="fi-FI" dirty="0" err="1"/>
              <a:t>response</a:t>
            </a:r>
            <a:r>
              <a:rPr lang="fi-FI" dirty="0"/>
              <a:t>-oliosta</a:t>
            </a:r>
          </a:p>
          <a:p>
            <a:r>
              <a:rPr lang="fi-FI" dirty="0"/>
              <a:t>Pyynnöstä palautunut data tallennetaan komponentin tilaan</a:t>
            </a:r>
          </a:p>
          <a:p>
            <a:endParaRPr lang="fi-FI" dirty="0"/>
          </a:p>
          <a:p>
            <a:endParaRPr lang="fi-FI" dirty="0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24B819C3-05BA-9EC8-BDE2-C689FF4E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pic>
        <p:nvPicPr>
          <p:cNvPr id="6" name="Sisällön paikkamerkki 6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5590972B-50BD-A03B-FD64-0504CE97C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44" y="2242457"/>
            <a:ext cx="5179856" cy="3518857"/>
          </a:xfrm>
          <a:prstGeom prst="rect">
            <a:avLst/>
          </a:prstGeom>
        </p:spPr>
      </p:pic>
      <p:cxnSp>
        <p:nvCxnSpPr>
          <p:cNvPr id="8" name="Suora nuoliyhdysviiva 7">
            <a:extLst>
              <a:ext uri="{FF2B5EF4-FFF2-40B4-BE49-F238E27FC236}">
                <a16:creationId xmlns:a16="http://schemas.microsoft.com/office/drawing/2014/main" id="{5FC80682-5022-63C3-CFA5-1642B2CC4EEB}"/>
              </a:ext>
            </a:extLst>
          </p:cNvPr>
          <p:cNvCxnSpPr/>
          <p:nvPr/>
        </p:nvCxnSpPr>
        <p:spPr>
          <a:xfrm>
            <a:off x="4146698" y="3115340"/>
            <a:ext cx="2025502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uora nuoliyhdysviiva 8">
            <a:extLst>
              <a:ext uri="{FF2B5EF4-FFF2-40B4-BE49-F238E27FC236}">
                <a16:creationId xmlns:a16="http://schemas.microsoft.com/office/drawing/2014/main" id="{97B589B5-D17D-E3D5-3462-7AF5C9B294BD}"/>
              </a:ext>
            </a:extLst>
          </p:cNvPr>
          <p:cNvCxnSpPr>
            <a:cxnSpLocks/>
          </p:cNvCxnSpPr>
          <p:nvPr/>
        </p:nvCxnSpPr>
        <p:spPr>
          <a:xfrm>
            <a:off x="4805916" y="3429000"/>
            <a:ext cx="1998921" cy="57947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uora nuoliyhdysviiva 11">
            <a:extLst>
              <a:ext uri="{FF2B5EF4-FFF2-40B4-BE49-F238E27FC236}">
                <a16:creationId xmlns:a16="http://schemas.microsoft.com/office/drawing/2014/main" id="{3B2E60E1-92E9-314E-E05A-BA963DECA21F}"/>
              </a:ext>
            </a:extLst>
          </p:cNvPr>
          <p:cNvCxnSpPr>
            <a:cxnSpLocks/>
          </p:cNvCxnSpPr>
          <p:nvPr/>
        </p:nvCxnSpPr>
        <p:spPr>
          <a:xfrm flipV="1">
            <a:off x="5688419" y="4486940"/>
            <a:ext cx="1116418" cy="18075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uora nuoliyhdysviiva 14">
            <a:extLst>
              <a:ext uri="{FF2B5EF4-FFF2-40B4-BE49-F238E27FC236}">
                <a16:creationId xmlns:a16="http://schemas.microsoft.com/office/drawing/2014/main" id="{7E8D2D34-C125-984D-9BC8-E00F61CA371F}"/>
              </a:ext>
            </a:extLst>
          </p:cNvPr>
          <p:cNvCxnSpPr>
            <a:cxnSpLocks/>
          </p:cNvCxnSpPr>
          <p:nvPr/>
        </p:nvCxnSpPr>
        <p:spPr>
          <a:xfrm flipV="1">
            <a:off x="5443870" y="4901609"/>
            <a:ext cx="1520456" cy="563526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52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F1431CE-338A-83DD-1CC7-35DC87383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Olion lisääminen palvelimelle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7A54D58-C9B1-314A-F37C-D703A4A75B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/>
              <a:t>Palvelimelle voi lisätä dataa </a:t>
            </a:r>
            <a:r>
              <a:rPr lang="fi-FI" dirty="0" err="1"/>
              <a:t>axiosin</a:t>
            </a:r>
            <a:r>
              <a:rPr lang="fi-FI" dirty="0"/>
              <a:t> post-metodilla</a:t>
            </a:r>
          </a:p>
          <a:p>
            <a:r>
              <a:rPr lang="fi-FI" dirty="0"/>
              <a:t>Post-metodin ensimmäinen parametri on palvelimen osoite ja toinen parametri lisättävä olio</a:t>
            </a:r>
          </a:p>
          <a:p>
            <a:r>
              <a:rPr lang="fi-FI" dirty="0" err="1"/>
              <a:t>Huom</a:t>
            </a:r>
            <a:r>
              <a:rPr lang="fi-FI" dirty="0"/>
              <a:t>! Datan lisääminen palvelimelle ei vielä päivitä </a:t>
            </a:r>
            <a:r>
              <a:rPr lang="fi-FI" dirty="0" err="1"/>
              <a:t>frontEndin</a:t>
            </a:r>
            <a:r>
              <a:rPr lang="fi-FI" dirty="0"/>
              <a:t> komponentin tilaa. Komponentin tila pitää päivittää </a:t>
            </a:r>
            <a:r>
              <a:rPr lang="fi-FI" dirty="0" err="1"/>
              <a:t>then</a:t>
            </a:r>
            <a:r>
              <a:rPr lang="fi-FI" dirty="0"/>
              <a:t>-lohkossa</a:t>
            </a:r>
          </a:p>
          <a:p>
            <a:r>
              <a:rPr lang="fi-FI" dirty="0"/>
              <a:t>Palvelin saattaa muuttaa lisättävää oliota, joten </a:t>
            </a:r>
            <a:r>
              <a:rPr lang="fi-FI" dirty="0" err="1"/>
              <a:t>frontEndissä</a:t>
            </a:r>
            <a:r>
              <a:rPr lang="fi-FI" dirty="0"/>
              <a:t> komponentin tilaan tulee lisätä palvelimen palauttama olio</a:t>
            </a:r>
          </a:p>
        </p:txBody>
      </p:sp>
      <p:pic>
        <p:nvPicPr>
          <p:cNvPr id="7" name="Sisällön paikkamerkki 6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E639D39A-B284-FC59-A031-7EB3592B11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9671" y="2380769"/>
            <a:ext cx="5144129" cy="3241050"/>
          </a:xfrm>
          <a:prstGeom prst="rect">
            <a:avLst/>
          </a:prstGeom>
        </p:spPr>
      </p:pic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CBF8753-AB2B-0FC1-2328-780691951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cxnSp>
        <p:nvCxnSpPr>
          <p:cNvPr id="9" name="Suora nuoliyhdysviiva 8">
            <a:extLst>
              <a:ext uri="{FF2B5EF4-FFF2-40B4-BE49-F238E27FC236}">
                <a16:creationId xmlns:a16="http://schemas.microsoft.com/office/drawing/2014/main" id="{9ECB354B-A219-B166-822F-45329FF2AC83}"/>
              </a:ext>
            </a:extLst>
          </p:cNvPr>
          <p:cNvCxnSpPr/>
          <p:nvPr/>
        </p:nvCxnSpPr>
        <p:spPr>
          <a:xfrm flipV="1">
            <a:off x="5039833" y="5071730"/>
            <a:ext cx="4391246" cy="73364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561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0D73263-59CE-329E-B6AA-1F77FD141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Palvelimella olevan olion poistaminen ja muokkaaminen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1C966F2-3B49-02E1-8A2C-24515D320C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fi-FI" dirty="0"/>
              <a:t>Olion voi poistaa </a:t>
            </a:r>
            <a:r>
              <a:rPr lang="fi-FI" dirty="0" err="1"/>
              <a:t>delete</a:t>
            </a:r>
            <a:r>
              <a:rPr lang="fi-FI" dirty="0"/>
              <a:t>-metodilla</a:t>
            </a:r>
          </a:p>
          <a:p>
            <a:r>
              <a:rPr lang="fi-FI" dirty="0"/>
              <a:t>Oliota voi muokata </a:t>
            </a:r>
            <a:r>
              <a:rPr lang="fi-FI" dirty="0" err="1"/>
              <a:t>put</a:t>
            </a:r>
            <a:r>
              <a:rPr lang="fi-FI" dirty="0"/>
              <a:t>-metodilla</a:t>
            </a:r>
          </a:p>
          <a:p>
            <a:r>
              <a:rPr lang="fi-FI" dirty="0"/>
              <a:t>Sekä poistossa että muokkauksessa pyynnön osoitteeseen lisätään parametriksi olion id</a:t>
            </a:r>
          </a:p>
          <a:p>
            <a:r>
              <a:rPr lang="fi-FI" dirty="0"/>
              <a:t>Jälleen palvelimella tehty muutos ei vielä päivitä käyttöliittymää, eli </a:t>
            </a:r>
            <a:r>
              <a:rPr lang="fi-FI" dirty="0" err="1"/>
              <a:t>then</a:t>
            </a:r>
            <a:r>
              <a:rPr lang="fi-FI" dirty="0"/>
              <a:t>-lohkossa pitää tehdä tarvittavat operaatiot komponentin tilan päivittämiseen</a:t>
            </a:r>
          </a:p>
        </p:txBody>
      </p:sp>
      <p:pic>
        <p:nvPicPr>
          <p:cNvPr id="7" name="Sisällön paikkamerkki 6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784A833A-AC0D-D058-4F2A-AD78B70014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7872" y="2164169"/>
            <a:ext cx="5175928" cy="3671408"/>
          </a:xfrm>
          <a:prstGeom prst="rect">
            <a:avLst/>
          </a:prstGeom>
        </p:spPr>
      </p:pic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8F5F88BB-1DA1-79C2-477E-72EEFECD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931288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tsikko 5">
            <a:extLst>
              <a:ext uri="{FF2B5EF4-FFF2-40B4-BE49-F238E27FC236}">
                <a16:creationId xmlns:a16="http://schemas.microsoft.com/office/drawing/2014/main" id="{22E08884-0F3B-4A9A-C2E5-2A2A0116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Promiset</a:t>
            </a:r>
            <a:r>
              <a:rPr lang="fi-FI" dirty="0"/>
              <a:t> ja virheidenkäsittely</a:t>
            </a:r>
          </a:p>
        </p:txBody>
      </p:sp>
      <p:sp>
        <p:nvSpPr>
          <p:cNvPr id="7" name="Tekstin paikkamerkki 6">
            <a:extLst>
              <a:ext uri="{FF2B5EF4-FFF2-40B4-BE49-F238E27FC236}">
                <a16:creationId xmlns:a16="http://schemas.microsoft.com/office/drawing/2014/main" id="{DE486E04-60F3-6640-BF8A-78D9A23F0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EA6F46F8-8AD0-33E7-11CB-B5EB4D88F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797630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tsikko 4">
            <a:extLst>
              <a:ext uri="{FF2B5EF4-FFF2-40B4-BE49-F238E27FC236}">
                <a16:creationId xmlns:a16="http://schemas.microsoft.com/office/drawing/2014/main" id="{6C287F62-6861-B8DC-8B84-346B3C0D8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Then-catch</a:t>
            </a:r>
            <a:r>
              <a:rPr lang="fi-FI" dirty="0"/>
              <a:t> -rakenne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0E2F4EC7-FAE7-C638-42EE-5B505886EB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dirty="0"/>
              <a:t>Aiemmin todettiin, että </a:t>
            </a:r>
            <a:r>
              <a:rPr lang="fi-FI" dirty="0" err="1"/>
              <a:t>promisen</a:t>
            </a:r>
            <a:r>
              <a:rPr lang="fi-FI" dirty="0"/>
              <a:t> </a:t>
            </a:r>
            <a:r>
              <a:rPr lang="fi-FI" dirty="0" err="1"/>
              <a:t>then</a:t>
            </a:r>
            <a:r>
              <a:rPr lang="fi-FI" dirty="0"/>
              <a:t>-lohkossa määritelty koodi suoritetaan vain, kun </a:t>
            </a:r>
            <a:r>
              <a:rPr lang="fi-FI" dirty="0" err="1"/>
              <a:t>promise</a:t>
            </a:r>
            <a:r>
              <a:rPr lang="fi-FI" dirty="0"/>
              <a:t> on valmistunut onnistuneesti</a:t>
            </a:r>
          </a:p>
          <a:p>
            <a:r>
              <a:rPr lang="fi-FI" dirty="0" err="1"/>
              <a:t>Then</a:t>
            </a:r>
            <a:r>
              <a:rPr lang="fi-FI" dirty="0"/>
              <a:t>-lohkon jälkeen voidaan lisätä </a:t>
            </a:r>
            <a:r>
              <a:rPr lang="fi-FI" dirty="0" err="1"/>
              <a:t>catch</a:t>
            </a:r>
            <a:r>
              <a:rPr lang="fi-FI" dirty="0"/>
              <a:t>-lohko, joka suoritetaan, jos </a:t>
            </a:r>
            <a:r>
              <a:rPr lang="fi-FI" dirty="0" err="1"/>
              <a:t>promisen</a:t>
            </a:r>
            <a:r>
              <a:rPr lang="fi-FI" dirty="0"/>
              <a:t> suorituksessa tapahtuu virhe</a:t>
            </a:r>
          </a:p>
        </p:txBody>
      </p:sp>
      <p:pic>
        <p:nvPicPr>
          <p:cNvPr id="9" name="Sisällön paikkamerkki 8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0B7B14BF-C4E6-1929-AE9A-625E58F97C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5803" y="2303150"/>
            <a:ext cx="5177997" cy="2251700"/>
          </a:xfrm>
          <a:prstGeom prst="rect">
            <a:avLst/>
          </a:prstGeom>
        </p:spPr>
      </p:pic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6559D584-C3B8-5063-F8E3-58A55D28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9805507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BAFA8A7-0FB3-7AD3-5C4B-776ED3DEB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Esimerkki: poistettavaa muistiinpanoa ei löydy palvelimelta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4560D7D-6405-5561-9E7D-0BCECE5D0A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/>
              <a:t>Jos poistettavaa oliota ei löydy palvelimelta, </a:t>
            </a:r>
            <a:r>
              <a:rPr lang="fi-FI" dirty="0" err="1"/>
              <a:t>promise</a:t>
            </a:r>
            <a:r>
              <a:rPr lang="fi-FI" dirty="0"/>
              <a:t> epäonnistuu</a:t>
            </a:r>
          </a:p>
          <a:p>
            <a:r>
              <a:rPr lang="fi-FI" dirty="0"/>
              <a:t>Virhetilanteessa suoritetaan </a:t>
            </a:r>
            <a:r>
              <a:rPr lang="fi-FI" dirty="0" err="1"/>
              <a:t>catch</a:t>
            </a:r>
            <a:r>
              <a:rPr lang="fi-FI" dirty="0"/>
              <a:t>-lohkossa määritelty koodi</a:t>
            </a:r>
          </a:p>
          <a:p>
            <a:r>
              <a:rPr lang="fi-FI" dirty="0"/>
              <a:t>Palvelimen lähettämä virheviesti löytyy </a:t>
            </a:r>
            <a:r>
              <a:rPr lang="fi-FI" dirty="0" err="1"/>
              <a:t>error</a:t>
            </a:r>
            <a:r>
              <a:rPr lang="fi-FI" dirty="0"/>
              <a:t>-oliosta, jonka nuolifunktio saa parametrina</a:t>
            </a:r>
          </a:p>
          <a:p>
            <a:r>
              <a:rPr lang="fi-FI" dirty="0"/>
              <a:t>Olio tulee poistaa komponentin tilasta, jotta samaa virhettä ei </a:t>
            </a:r>
            <a:r>
              <a:rPr lang="fi-FI" dirty="0" err="1"/>
              <a:t>tapahtu</a:t>
            </a:r>
            <a:r>
              <a:rPr lang="fi-FI" dirty="0"/>
              <a:t> uudestaan</a:t>
            </a:r>
          </a:p>
        </p:txBody>
      </p:sp>
      <p:pic>
        <p:nvPicPr>
          <p:cNvPr id="7" name="Sisällön paikkamerkki 6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B435D88C-5601-9E73-173D-19E22EBC2C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2663566"/>
            <a:ext cx="5729290" cy="2406133"/>
          </a:xfrm>
          <a:prstGeom prst="rect">
            <a:avLst/>
          </a:prstGeom>
        </p:spPr>
      </p:pic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94C72481-8706-3F5F-CA2A-CA24E716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i-FI"/>
              <a:t>Linn Tähti, Omnia 2026</a:t>
            </a:r>
          </a:p>
        </p:txBody>
      </p:sp>
      <p:cxnSp>
        <p:nvCxnSpPr>
          <p:cNvPr id="9" name="Suora nuoliyhdysviiva 8">
            <a:extLst>
              <a:ext uri="{FF2B5EF4-FFF2-40B4-BE49-F238E27FC236}">
                <a16:creationId xmlns:a16="http://schemas.microsoft.com/office/drawing/2014/main" id="{3D430997-1F74-8A51-8023-E1081DE6199A}"/>
              </a:ext>
            </a:extLst>
          </p:cNvPr>
          <p:cNvCxnSpPr/>
          <p:nvPr/>
        </p:nvCxnSpPr>
        <p:spPr>
          <a:xfrm flipV="1">
            <a:off x="5784112" y="4614530"/>
            <a:ext cx="1201479" cy="574158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uora nuoliyhdysviiva 14">
            <a:extLst>
              <a:ext uri="{FF2B5EF4-FFF2-40B4-BE49-F238E27FC236}">
                <a16:creationId xmlns:a16="http://schemas.microsoft.com/office/drawing/2014/main" id="{44588470-6441-8D1D-60AC-F2B5B26CFD41}"/>
              </a:ext>
            </a:extLst>
          </p:cNvPr>
          <p:cNvCxnSpPr>
            <a:cxnSpLocks/>
          </p:cNvCxnSpPr>
          <p:nvPr/>
        </p:nvCxnSpPr>
        <p:spPr>
          <a:xfrm flipV="1">
            <a:off x="5486400" y="4157330"/>
            <a:ext cx="1956391" cy="27781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419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TM10001105[[fn=Rajattu]]</Template>
  <TotalTime>6502</TotalTime>
  <Words>1466</Words>
  <Application>Microsoft Office PowerPoint</Application>
  <PresentationFormat>Laajakuva</PresentationFormat>
  <Paragraphs>188</Paragraphs>
  <Slides>36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36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Office-teema</vt:lpstr>
      <vt:lpstr>Full stack osa 2</vt:lpstr>
      <vt:lpstr>Taulukkometodit</vt:lpstr>
      <vt:lpstr>Taulukkometodit</vt:lpstr>
      <vt:lpstr>Esimerkkejä taulukkometodeista</vt:lpstr>
      <vt:lpstr>Kokoelmien renderöinti</vt:lpstr>
      <vt:lpstr>Kokoelmat</vt:lpstr>
      <vt:lpstr>Kokoelmien renderöinti</vt:lpstr>
      <vt:lpstr>Kokoelmien renderöinti: Alla olevat esimerkit tuottavat täysin samanlaisen sovelluksen, kun notes taulukossa on kolme elementtiä.</vt:lpstr>
      <vt:lpstr>Key-atribuutti listan elementeillä</vt:lpstr>
      <vt:lpstr>Lomakkeet</vt:lpstr>
      <vt:lpstr>Lomakkeet</vt:lpstr>
      <vt:lpstr>Tapahtumankäsittelijät</vt:lpstr>
      <vt:lpstr>Käyttäjän syöte eli input</vt:lpstr>
      <vt:lpstr>Esimerkki: muistiinpanon lisäys</vt:lpstr>
      <vt:lpstr>JavaScript: ehtorakenteet</vt:lpstr>
      <vt:lpstr>Ehto-operaattori</vt:lpstr>
      <vt:lpstr>Esimerkki if-else -rakenteen korvaamisesta ehto-operaattorilla</vt:lpstr>
      <vt:lpstr>Esimerkki ehto-operaattorin käytöstä elementin ehdolliseen renderöintiin</vt:lpstr>
      <vt:lpstr>Palvelin ja JSON server</vt:lpstr>
      <vt:lpstr>Palvelin</vt:lpstr>
      <vt:lpstr>REST API</vt:lpstr>
      <vt:lpstr>JSON Server</vt:lpstr>
      <vt:lpstr>JSON Serverin käyttöönotto</vt:lpstr>
      <vt:lpstr>Palvelimen kanssa kommunikointi</vt:lpstr>
      <vt:lpstr>Kaavio web-sovelluksen toiminnasta</vt:lpstr>
      <vt:lpstr>Axios</vt:lpstr>
      <vt:lpstr>Promiset</vt:lpstr>
      <vt:lpstr>Promisejen käyttö</vt:lpstr>
      <vt:lpstr>Effect -hook ja useEffect</vt:lpstr>
      <vt:lpstr>useEffect</vt:lpstr>
      <vt:lpstr>Palvelimella olevan datan hakeminen</vt:lpstr>
      <vt:lpstr>Olion lisääminen palvelimelle</vt:lpstr>
      <vt:lpstr>Palvelimella olevan olion poistaminen ja muokkaaminen</vt:lpstr>
      <vt:lpstr>Promiset ja virheidenkäsittely</vt:lpstr>
      <vt:lpstr>Then-catch -rakenne</vt:lpstr>
      <vt:lpstr>Esimerkki: poistettavaa muistiinpanoa ei löydy palvelimelta</vt:lpstr>
    </vt:vector>
  </TitlesOfParts>
  <Company>Omnia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osa 2</dc:title>
  <dc:creator>Linn Tähti</dc:creator>
  <cp:lastModifiedBy>Linn Tähti</cp:lastModifiedBy>
  <cp:revision>1</cp:revision>
  <dcterms:created xsi:type="dcterms:W3CDTF">2025-08-18T13:12:27Z</dcterms:created>
  <dcterms:modified xsi:type="dcterms:W3CDTF">2026-04-01T11:08:14Z</dcterms:modified>
</cp:coreProperties>
</file>